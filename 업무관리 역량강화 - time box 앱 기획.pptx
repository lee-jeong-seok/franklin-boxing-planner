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2" r:id="rId2"/>
    <p:sldId id="256" r:id="rId3"/>
    <p:sldId id="263" r:id="rId4"/>
    <p:sldId id="258" r:id="rId5"/>
    <p:sldId id="264" r:id="rId6"/>
    <p:sldId id="259" r:id="rId7"/>
    <p:sldId id="260" r:id="rId8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5C6A203-B335-43E0-97E7-C6A630C85DB8}" v="239" dt="2026-04-10T08:35:05.3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85" autoAdjust="0"/>
    <p:restoredTop sz="96242" autoAdjust="0"/>
  </p:normalViewPr>
  <p:slideViewPr>
    <p:cSldViewPr snapToGrid="0" showGuides="1">
      <p:cViewPr varScale="1">
        <p:scale>
          <a:sx n="71" d="100"/>
          <a:sy n="71" d="100"/>
        </p:scale>
        <p:origin x="3180" y="288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ong-Seok Lee" userId="5d40f286aaf6ba3e" providerId="LiveId" clId="{C62D5FF6-7947-4310-A49C-E0BE06CFA578}"/>
    <pc:docChg chg="undo custSel addSld delSld modSld">
      <pc:chgData name="Jeong-Seok Lee" userId="5d40f286aaf6ba3e" providerId="LiveId" clId="{C62D5FF6-7947-4310-A49C-E0BE06CFA578}" dt="2026-04-10T08:35:05.343" v="2651"/>
      <pc:docMkLst>
        <pc:docMk/>
      </pc:docMkLst>
      <pc:sldChg chg="addSp modSp mod">
        <pc:chgData name="Jeong-Seok Lee" userId="5d40f286aaf6ba3e" providerId="LiveId" clId="{C62D5FF6-7947-4310-A49C-E0BE06CFA578}" dt="2026-04-10T07:03:22.625" v="2581" actId="6549"/>
        <pc:sldMkLst>
          <pc:docMk/>
          <pc:sldMk cId="628220738" sldId="256"/>
        </pc:sldMkLst>
        <pc:spChg chg="mod">
          <ac:chgData name="Jeong-Seok Lee" userId="5d40f286aaf6ba3e" providerId="LiveId" clId="{C62D5FF6-7947-4310-A49C-E0BE06CFA578}" dt="2026-04-09T02:55:30.478" v="723" actId="113"/>
          <ac:spMkLst>
            <pc:docMk/>
            <pc:sldMk cId="628220738" sldId="256"/>
            <ac:spMk id="2" creationId="{AEA47780-C41A-2B9B-F1AA-65AFADFBD6B1}"/>
          </ac:spMkLst>
        </pc:spChg>
        <pc:spChg chg="mod">
          <ac:chgData name="Jeong-Seok Lee" userId="5d40f286aaf6ba3e" providerId="LiveId" clId="{C62D5FF6-7947-4310-A49C-E0BE06CFA578}" dt="2026-04-09T02:51:35.328" v="608" actId="1076"/>
          <ac:spMkLst>
            <pc:docMk/>
            <pc:sldMk cId="628220738" sldId="256"/>
            <ac:spMk id="3" creationId="{5033C732-2935-7C0D-A79C-85B4977DE01A}"/>
          </ac:spMkLst>
        </pc:spChg>
        <pc:spChg chg="mod">
          <ac:chgData name="Jeong-Seok Lee" userId="5d40f286aaf6ba3e" providerId="LiveId" clId="{C62D5FF6-7947-4310-A49C-E0BE06CFA578}" dt="2026-04-09T02:56:07.773" v="748"/>
          <ac:spMkLst>
            <pc:docMk/>
            <pc:sldMk cId="628220738" sldId="256"/>
            <ac:spMk id="4" creationId="{2B260DA6-7A1C-B934-0045-2B42E418A68C}"/>
          </ac:spMkLst>
        </pc:spChg>
        <pc:spChg chg="mod">
          <ac:chgData name="Jeong-Seok Lee" userId="5d40f286aaf6ba3e" providerId="LiveId" clId="{C62D5FF6-7947-4310-A49C-E0BE06CFA578}" dt="2026-04-09T02:55:30.478" v="723" actId="113"/>
          <ac:spMkLst>
            <pc:docMk/>
            <pc:sldMk cId="628220738" sldId="256"/>
            <ac:spMk id="5" creationId="{45DB69ED-B572-3FF1-3F03-4B3406CEB09F}"/>
          </ac:spMkLst>
        </pc:spChg>
        <pc:spChg chg="mod">
          <ac:chgData name="Jeong-Seok Lee" userId="5d40f286aaf6ba3e" providerId="LiveId" clId="{C62D5FF6-7947-4310-A49C-E0BE06CFA578}" dt="2026-04-10T07:01:23.208" v="2476" actId="6549"/>
          <ac:spMkLst>
            <pc:docMk/>
            <pc:sldMk cId="628220738" sldId="256"/>
            <ac:spMk id="6" creationId="{5B237D0B-AF9C-E72D-9D44-B387404EA2A6}"/>
          </ac:spMkLst>
        </pc:spChg>
        <pc:spChg chg="mod">
          <ac:chgData name="Jeong-Seok Lee" userId="5d40f286aaf6ba3e" providerId="LiveId" clId="{C62D5FF6-7947-4310-A49C-E0BE06CFA578}" dt="2026-04-10T07:01:45.230" v="2497" actId="6549"/>
          <ac:spMkLst>
            <pc:docMk/>
            <pc:sldMk cId="628220738" sldId="256"/>
            <ac:spMk id="7" creationId="{62FFEE0E-F23B-949D-6FF4-0906EFC68A2E}"/>
          </ac:spMkLst>
        </pc:spChg>
        <pc:spChg chg="mod">
          <ac:chgData name="Jeong-Seok Lee" userId="5d40f286aaf6ba3e" providerId="LiveId" clId="{C62D5FF6-7947-4310-A49C-E0BE06CFA578}" dt="2026-04-09T02:55:48.877" v="725" actId="6549"/>
          <ac:spMkLst>
            <pc:docMk/>
            <pc:sldMk cId="628220738" sldId="256"/>
            <ac:spMk id="8" creationId="{102979D9-B77A-EFF7-629D-968C9F7EB743}"/>
          </ac:spMkLst>
        </pc:spChg>
        <pc:spChg chg="mod">
          <ac:chgData name="Jeong-Seok Lee" userId="5d40f286aaf6ba3e" providerId="LiveId" clId="{C62D5FF6-7947-4310-A49C-E0BE06CFA578}" dt="2026-04-09T02:55:01.553" v="720" actId="14100"/>
          <ac:spMkLst>
            <pc:docMk/>
            <pc:sldMk cId="628220738" sldId="256"/>
            <ac:spMk id="9" creationId="{D6978CCE-D8A7-77BA-9784-90ACA6A0AE30}"/>
          </ac:spMkLst>
        </pc:spChg>
        <pc:spChg chg="mod">
          <ac:chgData name="Jeong-Seok Lee" userId="5d40f286aaf6ba3e" providerId="LiveId" clId="{C62D5FF6-7947-4310-A49C-E0BE06CFA578}" dt="2026-04-09T02:55:30.478" v="723" actId="113"/>
          <ac:spMkLst>
            <pc:docMk/>
            <pc:sldMk cId="628220738" sldId="256"/>
            <ac:spMk id="11" creationId="{466D720D-FFB4-04FB-413A-77B13C26B26E}"/>
          </ac:spMkLst>
        </pc:spChg>
        <pc:spChg chg="mod">
          <ac:chgData name="Jeong-Seok Lee" userId="5d40f286aaf6ba3e" providerId="LiveId" clId="{C62D5FF6-7947-4310-A49C-E0BE06CFA578}" dt="2026-04-09T02:55:30.478" v="723" actId="113"/>
          <ac:spMkLst>
            <pc:docMk/>
            <pc:sldMk cId="628220738" sldId="256"/>
            <ac:spMk id="12" creationId="{C3A594A4-6998-AE92-0123-5BCF7B09D6A8}"/>
          </ac:spMkLst>
        </pc:spChg>
        <pc:spChg chg="mod">
          <ac:chgData name="Jeong-Seok Lee" userId="5d40f286aaf6ba3e" providerId="LiveId" clId="{C62D5FF6-7947-4310-A49C-E0BE06CFA578}" dt="2026-04-09T02:55:30.478" v="723" actId="113"/>
          <ac:spMkLst>
            <pc:docMk/>
            <pc:sldMk cId="628220738" sldId="256"/>
            <ac:spMk id="13" creationId="{D20CE085-0EAC-2721-9853-00D2E0A6E4C0}"/>
          </ac:spMkLst>
        </pc:spChg>
        <pc:spChg chg="mod">
          <ac:chgData name="Jeong-Seok Lee" userId="5d40f286aaf6ba3e" providerId="LiveId" clId="{C62D5FF6-7947-4310-A49C-E0BE06CFA578}" dt="2026-04-09T02:55:30.478" v="723" actId="113"/>
          <ac:spMkLst>
            <pc:docMk/>
            <pc:sldMk cId="628220738" sldId="256"/>
            <ac:spMk id="14" creationId="{9C65AE85-7B8F-33DA-D85B-57DC0AC114BA}"/>
          </ac:spMkLst>
        </pc:spChg>
        <pc:spChg chg="add mod">
          <ac:chgData name="Jeong-Seok Lee" userId="5d40f286aaf6ba3e" providerId="LiveId" clId="{C62D5FF6-7947-4310-A49C-E0BE06CFA578}" dt="2026-04-10T07:03:22.625" v="2581" actId="6549"/>
          <ac:spMkLst>
            <pc:docMk/>
            <pc:sldMk cId="628220738" sldId="256"/>
            <ac:spMk id="15" creationId="{F29447D9-4DE8-3C35-E37E-3F35C89D0A59}"/>
          </ac:spMkLst>
        </pc:spChg>
        <pc:spChg chg="add mod">
          <ac:chgData name="Jeong-Seok Lee" userId="5d40f286aaf6ba3e" providerId="LiveId" clId="{C62D5FF6-7947-4310-A49C-E0BE06CFA578}" dt="2026-04-09T02:55:30.478" v="723" actId="113"/>
          <ac:spMkLst>
            <pc:docMk/>
            <pc:sldMk cId="628220738" sldId="256"/>
            <ac:spMk id="16" creationId="{A7A52B9E-A211-4D78-BBF3-7DC878A6DB04}"/>
          </ac:spMkLst>
        </pc:spChg>
        <pc:spChg chg="add mod">
          <ac:chgData name="Jeong-Seok Lee" userId="5d40f286aaf6ba3e" providerId="LiveId" clId="{C62D5FF6-7947-4310-A49C-E0BE06CFA578}" dt="2026-04-09T02:55:30.478" v="723" actId="113"/>
          <ac:spMkLst>
            <pc:docMk/>
            <pc:sldMk cId="628220738" sldId="256"/>
            <ac:spMk id="17" creationId="{614CC416-9582-1690-B325-78F4182086F7}"/>
          </ac:spMkLst>
        </pc:spChg>
        <pc:spChg chg="add mod">
          <ac:chgData name="Jeong-Seok Lee" userId="5d40f286aaf6ba3e" providerId="LiveId" clId="{C62D5FF6-7947-4310-A49C-E0BE06CFA578}" dt="2026-04-09T02:54:47.657" v="719" actId="13822"/>
          <ac:spMkLst>
            <pc:docMk/>
            <pc:sldMk cId="628220738" sldId="256"/>
            <ac:spMk id="18" creationId="{091F0045-A611-5744-67EB-9EC62D70BC38}"/>
          </ac:spMkLst>
        </pc:spChg>
      </pc:sldChg>
      <pc:sldChg chg="modSp add del mod">
        <pc:chgData name="Jeong-Seok Lee" userId="5d40f286aaf6ba3e" providerId="LiveId" clId="{C62D5FF6-7947-4310-A49C-E0BE06CFA578}" dt="2026-04-09T08:21:57.862" v="1283" actId="47"/>
        <pc:sldMkLst>
          <pc:docMk/>
          <pc:sldMk cId="562625265" sldId="257"/>
        </pc:sldMkLst>
        <pc:spChg chg="mod">
          <ac:chgData name="Jeong-Seok Lee" userId="5d40f286aaf6ba3e" providerId="LiveId" clId="{C62D5FF6-7947-4310-A49C-E0BE06CFA578}" dt="2026-04-09T03:00:56.468" v="1237" actId="20577"/>
          <ac:spMkLst>
            <pc:docMk/>
            <pc:sldMk cId="562625265" sldId="257"/>
            <ac:spMk id="2" creationId="{F9191C3F-6E0B-DA3F-4E13-54263E542C2E}"/>
          </ac:spMkLst>
        </pc:spChg>
      </pc:sldChg>
      <pc:sldChg chg="addSp delSp mod">
        <pc:chgData name="Jeong-Seok Lee" userId="5d40f286aaf6ba3e" providerId="LiveId" clId="{C62D5FF6-7947-4310-A49C-E0BE06CFA578}" dt="2026-04-10T08:35:03.133" v="2650" actId="21"/>
        <pc:sldMkLst>
          <pc:docMk/>
          <pc:sldMk cId="1927584028" sldId="259"/>
        </pc:sldMkLst>
        <pc:picChg chg="add del">
          <ac:chgData name="Jeong-Seok Lee" userId="5d40f286aaf6ba3e" providerId="LiveId" clId="{C62D5FF6-7947-4310-A49C-E0BE06CFA578}" dt="2026-04-10T08:35:03.133" v="2650" actId="21"/>
          <ac:picMkLst>
            <pc:docMk/>
            <pc:sldMk cId="1927584028" sldId="259"/>
            <ac:picMk id="5" creationId="{085F1C1A-19CB-289B-E560-51BF0E02A78A}"/>
          </ac:picMkLst>
        </pc:picChg>
      </pc:sldChg>
      <pc:sldChg chg="del">
        <pc:chgData name="Jeong-Seok Lee" userId="5d40f286aaf6ba3e" providerId="LiveId" clId="{C62D5FF6-7947-4310-A49C-E0BE06CFA578}" dt="2026-04-09T03:00:21.123" v="1180" actId="47"/>
        <pc:sldMkLst>
          <pc:docMk/>
          <pc:sldMk cId="2853747484" sldId="261"/>
        </pc:sldMkLst>
      </pc:sldChg>
      <pc:sldChg chg="modSp new mod">
        <pc:chgData name="Jeong-Seok Lee" userId="5d40f286aaf6ba3e" providerId="LiveId" clId="{C62D5FF6-7947-4310-A49C-E0BE06CFA578}" dt="2026-04-09T02:37:01.007" v="424" actId="20577"/>
        <pc:sldMkLst>
          <pc:docMk/>
          <pc:sldMk cId="3156060957" sldId="262"/>
        </pc:sldMkLst>
        <pc:spChg chg="mod">
          <ac:chgData name="Jeong-Seok Lee" userId="5d40f286aaf6ba3e" providerId="LiveId" clId="{C62D5FF6-7947-4310-A49C-E0BE06CFA578}" dt="2026-04-09T02:37:01.007" v="424" actId="20577"/>
          <ac:spMkLst>
            <pc:docMk/>
            <pc:sldMk cId="3156060957" sldId="262"/>
            <ac:spMk id="2" creationId="{85DC7069-F5E2-9D2F-192B-B88AC6B6426B}"/>
          </ac:spMkLst>
        </pc:spChg>
        <pc:spChg chg="mod">
          <ac:chgData name="Jeong-Seok Lee" userId="5d40f286aaf6ba3e" providerId="LiveId" clId="{C62D5FF6-7947-4310-A49C-E0BE06CFA578}" dt="2026-04-09T02:35:02.033" v="244" actId="20577"/>
          <ac:spMkLst>
            <pc:docMk/>
            <pc:sldMk cId="3156060957" sldId="262"/>
            <ac:spMk id="3" creationId="{55F04644-93DD-8A20-F7E1-588AE2897A3B}"/>
          </ac:spMkLst>
        </pc:spChg>
      </pc:sldChg>
      <pc:sldChg chg="addSp delSp modSp add mod">
        <pc:chgData name="Jeong-Seok Lee" userId="5d40f286aaf6ba3e" providerId="LiveId" clId="{C62D5FF6-7947-4310-A49C-E0BE06CFA578}" dt="2026-04-10T07:04:19.299" v="2647" actId="20577"/>
        <pc:sldMkLst>
          <pc:docMk/>
          <pc:sldMk cId="2546490077" sldId="263"/>
        </pc:sldMkLst>
        <pc:spChg chg="mod">
          <ac:chgData name="Jeong-Seok Lee" userId="5d40f286aaf6ba3e" providerId="LiveId" clId="{C62D5FF6-7947-4310-A49C-E0BE06CFA578}" dt="2026-04-10T07:00:48.969" v="2450" actId="2711"/>
          <ac:spMkLst>
            <pc:docMk/>
            <pc:sldMk cId="2546490077" sldId="263"/>
            <ac:spMk id="2" creationId="{F9191C3F-6E0B-DA3F-4E13-54263E542C2E}"/>
          </ac:spMkLst>
        </pc:spChg>
        <pc:spChg chg="add del mod">
          <ac:chgData name="Jeong-Seok Lee" userId="5d40f286aaf6ba3e" providerId="LiveId" clId="{C62D5FF6-7947-4310-A49C-E0BE06CFA578}" dt="2026-04-09T23:31:27.794" v="2216" actId="478"/>
          <ac:spMkLst>
            <pc:docMk/>
            <pc:sldMk cId="2546490077" sldId="263"/>
            <ac:spMk id="3" creationId="{51B36A2D-E75F-03EA-6C4F-53F7A9E02EC4}"/>
          </ac:spMkLst>
        </pc:spChg>
        <pc:spChg chg="del">
          <ac:chgData name="Jeong-Seok Lee" userId="5d40f286aaf6ba3e" providerId="LiveId" clId="{C62D5FF6-7947-4310-A49C-E0BE06CFA578}" dt="2026-04-09T06:25:53.186" v="1239" actId="478"/>
          <ac:spMkLst>
            <pc:docMk/>
            <pc:sldMk cId="2546490077" sldId="263"/>
            <ac:spMk id="3" creationId="{C7AD0588-CA9F-FA51-2DDB-0A98C10BA23E}"/>
          </ac:spMkLst>
        </pc:spChg>
        <pc:spChg chg="add mod">
          <ac:chgData name="Jeong-Seok Lee" userId="5d40f286aaf6ba3e" providerId="LiveId" clId="{C62D5FF6-7947-4310-A49C-E0BE06CFA578}" dt="2026-04-09T23:31:47.703" v="2218"/>
          <ac:spMkLst>
            <pc:docMk/>
            <pc:sldMk cId="2546490077" sldId="263"/>
            <ac:spMk id="4" creationId="{80117BE2-C66A-2F21-B9D4-9A4B23F94F38}"/>
          </ac:spMkLst>
        </pc:spChg>
        <pc:spChg chg="del">
          <ac:chgData name="Jeong-Seok Lee" userId="5d40f286aaf6ba3e" providerId="LiveId" clId="{C62D5FF6-7947-4310-A49C-E0BE06CFA578}" dt="2026-04-09T06:25:55.551" v="1242" actId="478"/>
          <ac:spMkLst>
            <pc:docMk/>
            <pc:sldMk cId="2546490077" sldId="263"/>
            <ac:spMk id="4" creationId="{B76663E9-91DB-1618-ABA6-5A4DF54907C6}"/>
          </ac:spMkLst>
        </pc:spChg>
        <pc:spChg chg="del">
          <ac:chgData name="Jeong-Seok Lee" userId="5d40f286aaf6ba3e" providerId="LiveId" clId="{C62D5FF6-7947-4310-A49C-E0BE06CFA578}" dt="2026-04-09T06:25:54.125" v="1240" actId="478"/>
          <ac:spMkLst>
            <pc:docMk/>
            <pc:sldMk cId="2546490077" sldId="263"/>
            <ac:spMk id="5" creationId="{76D9E38F-07A8-9BEF-D666-1D2905F085CB}"/>
          </ac:spMkLst>
        </pc:spChg>
        <pc:spChg chg="del">
          <ac:chgData name="Jeong-Seok Lee" userId="5d40f286aaf6ba3e" providerId="LiveId" clId="{C62D5FF6-7947-4310-A49C-E0BE06CFA578}" dt="2026-04-09T06:25:54.848" v="1241" actId="478"/>
          <ac:spMkLst>
            <pc:docMk/>
            <pc:sldMk cId="2546490077" sldId="263"/>
            <ac:spMk id="6" creationId="{8F5E28F8-FE51-7683-A2A3-F00660DA99BD}"/>
          </ac:spMkLst>
        </pc:spChg>
        <pc:spChg chg="del">
          <ac:chgData name="Jeong-Seok Lee" userId="5d40f286aaf6ba3e" providerId="LiveId" clId="{C62D5FF6-7947-4310-A49C-E0BE06CFA578}" dt="2026-04-09T06:25:56.776" v="1243" actId="478"/>
          <ac:spMkLst>
            <pc:docMk/>
            <pc:sldMk cId="2546490077" sldId="263"/>
            <ac:spMk id="7" creationId="{9B8237B4-7991-9A05-CEFF-76002D868FD6}"/>
          </ac:spMkLst>
        </pc:spChg>
        <pc:spChg chg="del">
          <ac:chgData name="Jeong-Seok Lee" userId="5d40f286aaf6ba3e" providerId="LiveId" clId="{C62D5FF6-7947-4310-A49C-E0BE06CFA578}" dt="2026-04-09T06:25:58.198" v="1244" actId="478"/>
          <ac:spMkLst>
            <pc:docMk/>
            <pc:sldMk cId="2546490077" sldId="263"/>
            <ac:spMk id="8" creationId="{ECC9E84C-DD2B-0C9A-7DF4-C67AFAA973FB}"/>
          </ac:spMkLst>
        </pc:spChg>
        <pc:spChg chg="add mod">
          <ac:chgData name="Jeong-Seok Lee" userId="5d40f286aaf6ba3e" providerId="LiveId" clId="{C62D5FF6-7947-4310-A49C-E0BE06CFA578}" dt="2026-04-10T07:00:48.969" v="2450" actId="2711"/>
          <ac:spMkLst>
            <pc:docMk/>
            <pc:sldMk cId="2546490077" sldId="263"/>
            <ac:spMk id="9" creationId="{CE8B4DF6-FC76-0D11-B0FE-BC276EF404B8}"/>
          </ac:spMkLst>
        </pc:spChg>
        <pc:spChg chg="mod">
          <ac:chgData name="Jeong-Seok Lee" userId="5d40f286aaf6ba3e" providerId="LiveId" clId="{C62D5FF6-7947-4310-A49C-E0BE06CFA578}" dt="2026-04-10T07:00:48.969" v="2450" actId="2711"/>
          <ac:spMkLst>
            <pc:docMk/>
            <pc:sldMk cId="2546490077" sldId="263"/>
            <ac:spMk id="10" creationId="{DCBC297D-9470-E83C-0E77-187D29D07F6B}"/>
          </ac:spMkLst>
        </pc:spChg>
        <pc:spChg chg="add mod">
          <ac:chgData name="Jeong-Seok Lee" userId="5d40f286aaf6ba3e" providerId="LiveId" clId="{C62D5FF6-7947-4310-A49C-E0BE06CFA578}" dt="2026-04-10T07:00:48.969" v="2450" actId="2711"/>
          <ac:spMkLst>
            <pc:docMk/>
            <pc:sldMk cId="2546490077" sldId="263"/>
            <ac:spMk id="11" creationId="{2BDCE98D-CA6C-51BB-01E3-2B62E69C6FA2}"/>
          </ac:spMkLst>
        </pc:spChg>
        <pc:spChg chg="mod">
          <ac:chgData name="Jeong-Seok Lee" userId="5d40f286aaf6ba3e" providerId="LiveId" clId="{C62D5FF6-7947-4310-A49C-E0BE06CFA578}" dt="2026-04-10T07:00:48.969" v="2450" actId="2711"/>
          <ac:spMkLst>
            <pc:docMk/>
            <pc:sldMk cId="2546490077" sldId="263"/>
            <ac:spMk id="12" creationId="{BE6BCF50-DB47-E37C-9AF3-9489290A0189}"/>
          </ac:spMkLst>
        </pc:spChg>
        <pc:spChg chg="mod">
          <ac:chgData name="Jeong-Seok Lee" userId="5d40f286aaf6ba3e" providerId="LiveId" clId="{C62D5FF6-7947-4310-A49C-E0BE06CFA578}" dt="2026-04-09T23:33:47.751" v="2237" actId="1076"/>
          <ac:spMkLst>
            <pc:docMk/>
            <pc:sldMk cId="2546490077" sldId="263"/>
            <ac:spMk id="13" creationId="{E78E1EC4-E1F6-88A0-0B99-6CC761CB6757}"/>
          </ac:spMkLst>
        </pc:spChg>
        <pc:spChg chg="add mod">
          <ac:chgData name="Jeong-Seok Lee" userId="5d40f286aaf6ba3e" providerId="LiveId" clId="{C62D5FF6-7947-4310-A49C-E0BE06CFA578}" dt="2026-04-10T07:00:48.969" v="2450" actId="2711"/>
          <ac:spMkLst>
            <pc:docMk/>
            <pc:sldMk cId="2546490077" sldId="263"/>
            <ac:spMk id="14" creationId="{659B7147-E132-7B9F-5E25-EB9C9CE8102A}"/>
          </ac:spMkLst>
        </pc:spChg>
        <pc:spChg chg="add del mod">
          <ac:chgData name="Jeong-Seok Lee" userId="5d40f286aaf6ba3e" providerId="LiveId" clId="{C62D5FF6-7947-4310-A49C-E0BE06CFA578}" dt="2026-04-09T23:32:01.029" v="2219" actId="478"/>
          <ac:spMkLst>
            <pc:docMk/>
            <pc:sldMk cId="2546490077" sldId="263"/>
            <ac:spMk id="15" creationId="{6197678F-DDF6-D328-694A-AC7E51662E9F}"/>
          </ac:spMkLst>
        </pc:spChg>
        <pc:spChg chg="mod">
          <ac:chgData name="Jeong-Seok Lee" userId="5d40f286aaf6ba3e" providerId="LiveId" clId="{C62D5FF6-7947-4310-A49C-E0BE06CFA578}" dt="2026-04-09T23:34:11.647" v="2238" actId="1076"/>
          <ac:spMkLst>
            <pc:docMk/>
            <pc:sldMk cId="2546490077" sldId="263"/>
            <ac:spMk id="16" creationId="{F250F102-0976-6178-7A83-B3FF15BEF912}"/>
          </ac:spMkLst>
        </pc:spChg>
        <pc:spChg chg="add mod">
          <ac:chgData name="Jeong-Seok Lee" userId="5d40f286aaf6ba3e" providerId="LiveId" clId="{C62D5FF6-7947-4310-A49C-E0BE06CFA578}" dt="2026-04-10T07:00:48.969" v="2450" actId="2711"/>
          <ac:spMkLst>
            <pc:docMk/>
            <pc:sldMk cId="2546490077" sldId="263"/>
            <ac:spMk id="17" creationId="{E49E72FA-D04E-3A2F-F569-E4E15237275D}"/>
          </ac:spMkLst>
        </pc:spChg>
        <pc:spChg chg="add mod">
          <ac:chgData name="Jeong-Seok Lee" userId="5d40f286aaf6ba3e" providerId="LiveId" clId="{C62D5FF6-7947-4310-A49C-E0BE06CFA578}" dt="2026-04-10T07:00:48.969" v="2450" actId="2711"/>
          <ac:spMkLst>
            <pc:docMk/>
            <pc:sldMk cId="2546490077" sldId="263"/>
            <ac:spMk id="18" creationId="{E4E1DC25-9FA8-3778-9F96-B563072427F4}"/>
          </ac:spMkLst>
        </pc:spChg>
        <pc:spChg chg="add mod">
          <ac:chgData name="Jeong-Seok Lee" userId="5d40f286aaf6ba3e" providerId="LiveId" clId="{C62D5FF6-7947-4310-A49C-E0BE06CFA578}" dt="2026-04-09T23:33:47.751" v="2237" actId="1076"/>
          <ac:spMkLst>
            <pc:docMk/>
            <pc:sldMk cId="2546490077" sldId="263"/>
            <ac:spMk id="19" creationId="{47D873C9-1936-BCE6-4213-EC9C70CA12B4}"/>
          </ac:spMkLst>
        </pc:spChg>
        <pc:spChg chg="add mod">
          <ac:chgData name="Jeong-Seok Lee" userId="5d40f286aaf6ba3e" providerId="LiveId" clId="{C62D5FF6-7947-4310-A49C-E0BE06CFA578}" dt="2026-04-10T07:00:48.969" v="2450" actId="2711"/>
          <ac:spMkLst>
            <pc:docMk/>
            <pc:sldMk cId="2546490077" sldId="263"/>
            <ac:spMk id="20" creationId="{136786DB-F2A2-80A6-223A-532584298E6A}"/>
          </ac:spMkLst>
        </pc:spChg>
        <pc:spChg chg="mod">
          <ac:chgData name="Jeong-Seok Lee" userId="5d40f286aaf6ba3e" providerId="LiveId" clId="{C62D5FF6-7947-4310-A49C-E0BE06CFA578}" dt="2026-04-10T07:04:19.299" v="2647" actId="20577"/>
          <ac:spMkLst>
            <pc:docMk/>
            <pc:sldMk cId="2546490077" sldId="263"/>
            <ac:spMk id="21" creationId="{469664B0-BFBF-3A65-4224-E013E02D80E3}"/>
          </ac:spMkLst>
        </pc:spChg>
        <pc:spChg chg="add mod">
          <ac:chgData name="Jeong-Seok Lee" userId="5d40f286aaf6ba3e" providerId="LiveId" clId="{C62D5FF6-7947-4310-A49C-E0BE06CFA578}" dt="2026-04-09T06:25:59.632" v="1245"/>
          <ac:spMkLst>
            <pc:docMk/>
            <pc:sldMk cId="2546490077" sldId="263"/>
            <ac:spMk id="22" creationId="{1A5E0F92-7063-3CD7-7C85-60F645CD342C}"/>
          </ac:spMkLst>
        </pc:spChg>
        <pc:spChg chg="mod">
          <ac:chgData name="Jeong-Seok Lee" userId="5d40f286aaf6ba3e" providerId="LiveId" clId="{C62D5FF6-7947-4310-A49C-E0BE06CFA578}" dt="2026-04-10T07:00:16.544" v="2449" actId="20577"/>
          <ac:spMkLst>
            <pc:docMk/>
            <pc:sldMk cId="2546490077" sldId="263"/>
            <ac:spMk id="23" creationId="{E4C12E0F-6060-6922-7CEA-746903BFC514}"/>
          </ac:spMkLst>
        </pc:spChg>
        <pc:spChg chg="add mod">
          <ac:chgData name="Jeong-Seok Lee" userId="5d40f286aaf6ba3e" providerId="LiveId" clId="{C62D5FF6-7947-4310-A49C-E0BE06CFA578}" dt="2026-04-10T07:00:48.969" v="2450" actId="2711"/>
          <ac:spMkLst>
            <pc:docMk/>
            <pc:sldMk cId="2546490077" sldId="263"/>
            <ac:spMk id="24" creationId="{E6B48C7E-9049-2983-DD13-5144F88DCF72}"/>
          </ac:spMkLst>
        </pc:spChg>
      </pc:sldChg>
      <pc:sldChg chg="addSp modSp new">
        <pc:chgData name="Jeong-Seok Lee" userId="5d40f286aaf6ba3e" providerId="LiveId" clId="{C62D5FF6-7947-4310-A49C-E0BE06CFA578}" dt="2026-04-10T08:35:05.343" v="2651"/>
        <pc:sldMkLst>
          <pc:docMk/>
          <pc:sldMk cId="508555917" sldId="264"/>
        </pc:sldMkLst>
        <pc:picChg chg="add mod">
          <ac:chgData name="Jeong-Seok Lee" userId="5d40f286aaf6ba3e" providerId="LiveId" clId="{C62D5FF6-7947-4310-A49C-E0BE06CFA578}" dt="2026-04-10T08:35:05.343" v="2651"/>
          <ac:picMkLst>
            <pc:docMk/>
            <pc:sldMk cId="508555917" sldId="264"/>
            <ac:picMk id="5" creationId="{085F1C1A-19CB-289B-E560-51BF0E02A78A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886" indent="0" algn="ctr">
              <a:buNone/>
              <a:defRPr sz="1500"/>
            </a:lvl2pPr>
            <a:lvl3pPr marL="685772" indent="0" algn="ctr">
              <a:buNone/>
              <a:defRPr sz="1350"/>
            </a:lvl3pPr>
            <a:lvl4pPr marL="1028657" indent="0" algn="ctr">
              <a:buNone/>
              <a:defRPr sz="1200"/>
            </a:lvl4pPr>
            <a:lvl5pPr marL="1371543" indent="0" algn="ctr">
              <a:buNone/>
              <a:defRPr sz="1200"/>
            </a:lvl5pPr>
            <a:lvl6pPr marL="1714428" indent="0" algn="ctr">
              <a:buNone/>
              <a:defRPr sz="1200"/>
            </a:lvl6pPr>
            <a:lvl7pPr marL="2057314" indent="0" algn="ctr">
              <a:buNone/>
              <a:defRPr sz="1200"/>
            </a:lvl7pPr>
            <a:lvl8pPr marL="2400199" indent="0" algn="ctr">
              <a:buNone/>
              <a:defRPr sz="1200"/>
            </a:lvl8pPr>
            <a:lvl9pPr marL="2743085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44DA8-56FB-4EFB-A7CA-24F9B64FD77D}" type="datetimeFigureOut">
              <a:rPr lang="ko-KR" altLang="en-US" smtClean="0"/>
              <a:t>2026-04-10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E36D3-B7EB-4D1C-899F-B85F37436E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22650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44DA8-56FB-4EFB-A7CA-24F9B64FD77D}" type="datetimeFigureOut">
              <a:rPr lang="ko-KR" altLang="en-US" smtClean="0"/>
              <a:t>2026-04-10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E36D3-B7EB-4D1C-899F-B85F37436E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74043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7" y="2469625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7" y="6629228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886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772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657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543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428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314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199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085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44DA8-56FB-4EFB-A7CA-24F9B64FD77D}" type="datetimeFigureOut">
              <a:rPr lang="ko-KR" altLang="en-US" smtClean="0"/>
              <a:t>2026-04-10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E36D3-B7EB-4D1C-899F-B85F37436E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4477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44DA8-56FB-4EFB-A7CA-24F9B64FD77D}" type="datetimeFigureOut">
              <a:rPr lang="ko-KR" altLang="en-US" smtClean="0"/>
              <a:t>2026-04-10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E36D3-B7EB-4D1C-899F-B85F37436E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48946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2" y="527406"/>
            <a:ext cx="5915025" cy="191470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2" y="2428348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86" indent="0">
              <a:buNone/>
              <a:defRPr sz="1500" b="1"/>
            </a:lvl2pPr>
            <a:lvl3pPr marL="685772" indent="0">
              <a:buNone/>
              <a:defRPr sz="1350" b="1"/>
            </a:lvl3pPr>
            <a:lvl4pPr marL="1028657" indent="0">
              <a:buNone/>
              <a:defRPr sz="1200" b="1"/>
            </a:lvl4pPr>
            <a:lvl5pPr marL="1371543" indent="0">
              <a:buNone/>
              <a:defRPr sz="1200" b="1"/>
            </a:lvl5pPr>
            <a:lvl6pPr marL="1714428" indent="0">
              <a:buNone/>
              <a:defRPr sz="1200" b="1"/>
            </a:lvl6pPr>
            <a:lvl7pPr marL="2057314" indent="0">
              <a:buNone/>
              <a:defRPr sz="1200" b="1"/>
            </a:lvl7pPr>
            <a:lvl8pPr marL="2400199" indent="0">
              <a:buNone/>
              <a:defRPr sz="1200" b="1"/>
            </a:lvl8pPr>
            <a:lvl9pPr marL="2743085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2" y="3618443"/>
            <a:ext cx="2901255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4" y="2428348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86" indent="0">
              <a:buNone/>
              <a:defRPr sz="1500" b="1"/>
            </a:lvl2pPr>
            <a:lvl3pPr marL="685772" indent="0">
              <a:buNone/>
              <a:defRPr sz="1350" b="1"/>
            </a:lvl3pPr>
            <a:lvl4pPr marL="1028657" indent="0">
              <a:buNone/>
              <a:defRPr sz="1200" b="1"/>
            </a:lvl4pPr>
            <a:lvl5pPr marL="1371543" indent="0">
              <a:buNone/>
              <a:defRPr sz="1200" b="1"/>
            </a:lvl5pPr>
            <a:lvl6pPr marL="1714428" indent="0">
              <a:buNone/>
              <a:defRPr sz="1200" b="1"/>
            </a:lvl6pPr>
            <a:lvl7pPr marL="2057314" indent="0">
              <a:buNone/>
              <a:defRPr sz="1200" b="1"/>
            </a:lvl7pPr>
            <a:lvl8pPr marL="2400199" indent="0">
              <a:buNone/>
              <a:defRPr sz="1200" b="1"/>
            </a:lvl8pPr>
            <a:lvl9pPr marL="2743085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4" y="3618443"/>
            <a:ext cx="2915543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44DA8-56FB-4EFB-A7CA-24F9B64FD77D}" type="datetimeFigureOut">
              <a:rPr lang="ko-KR" altLang="en-US" smtClean="0"/>
              <a:t>2026-04-10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E36D3-B7EB-4D1C-899F-B85F37436E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01622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44DA8-56FB-4EFB-A7CA-24F9B64FD77D}" type="datetimeFigureOut">
              <a:rPr lang="ko-KR" altLang="en-US" smtClean="0"/>
              <a:t>2026-04-10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E36D3-B7EB-4D1C-899F-B85F37436E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5998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44DA8-56FB-4EFB-A7CA-24F9B64FD77D}" type="datetimeFigureOut">
              <a:rPr lang="ko-KR" altLang="en-US" smtClean="0"/>
              <a:t>2026-04-10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E36D3-B7EB-4D1C-899F-B85F37436E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70306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4" y="1426284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886" indent="0">
              <a:buNone/>
              <a:defRPr sz="1050"/>
            </a:lvl2pPr>
            <a:lvl3pPr marL="685772" indent="0">
              <a:buNone/>
              <a:defRPr sz="900"/>
            </a:lvl3pPr>
            <a:lvl4pPr marL="1028657" indent="0">
              <a:buNone/>
              <a:defRPr sz="750"/>
            </a:lvl4pPr>
            <a:lvl5pPr marL="1371543" indent="0">
              <a:buNone/>
              <a:defRPr sz="750"/>
            </a:lvl5pPr>
            <a:lvl6pPr marL="1714428" indent="0">
              <a:buNone/>
              <a:defRPr sz="750"/>
            </a:lvl6pPr>
            <a:lvl7pPr marL="2057314" indent="0">
              <a:buNone/>
              <a:defRPr sz="750"/>
            </a:lvl7pPr>
            <a:lvl8pPr marL="2400199" indent="0">
              <a:buNone/>
              <a:defRPr sz="750"/>
            </a:lvl8pPr>
            <a:lvl9pPr marL="2743085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44DA8-56FB-4EFB-A7CA-24F9B64FD77D}" type="datetimeFigureOut">
              <a:rPr lang="ko-KR" altLang="en-US" smtClean="0"/>
              <a:t>2026-04-10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E36D3-B7EB-4D1C-899F-B85F37436E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3474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4" y="1426284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886" indent="0">
              <a:buNone/>
              <a:defRPr sz="2100"/>
            </a:lvl2pPr>
            <a:lvl3pPr marL="685772" indent="0">
              <a:buNone/>
              <a:defRPr sz="1800"/>
            </a:lvl3pPr>
            <a:lvl4pPr marL="1028657" indent="0">
              <a:buNone/>
              <a:defRPr sz="1500"/>
            </a:lvl4pPr>
            <a:lvl5pPr marL="1371543" indent="0">
              <a:buNone/>
              <a:defRPr sz="1500"/>
            </a:lvl5pPr>
            <a:lvl6pPr marL="1714428" indent="0">
              <a:buNone/>
              <a:defRPr sz="1500"/>
            </a:lvl6pPr>
            <a:lvl7pPr marL="2057314" indent="0">
              <a:buNone/>
              <a:defRPr sz="1500"/>
            </a:lvl7pPr>
            <a:lvl8pPr marL="2400199" indent="0">
              <a:buNone/>
              <a:defRPr sz="1500"/>
            </a:lvl8pPr>
            <a:lvl9pPr marL="2743085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886" indent="0">
              <a:buNone/>
              <a:defRPr sz="1050"/>
            </a:lvl2pPr>
            <a:lvl3pPr marL="685772" indent="0">
              <a:buNone/>
              <a:defRPr sz="900"/>
            </a:lvl3pPr>
            <a:lvl4pPr marL="1028657" indent="0">
              <a:buNone/>
              <a:defRPr sz="750"/>
            </a:lvl4pPr>
            <a:lvl5pPr marL="1371543" indent="0">
              <a:buNone/>
              <a:defRPr sz="750"/>
            </a:lvl5pPr>
            <a:lvl6pPr marL="1714428" indent="0">
              <a:buNone/>
              <a:defRPr sz="750"/>
            </a:lvl6pPr>
            <a:lvl7pPr marL="2057314" indent="0">
              <a:buNone/>
              <a:defRPr sz="750"/>
            </a:lvl7pPr>
            <a:lvl8pPr marL="2400199" indent="0">
              <a:buNone/>
              <a:defRPr sz="750"/>
            </a:lvl8pPr>
            <a:lvl9pPr marL="2743085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44DA8-56FB-4EFB-A7CA-24F9B64FD77D}" type="datetimeFigureOut">
              <a:rPr lang="ko-KR" altLang="en-US" smtClean="0"/>
              <a:t>2026-04-10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E36D3-B7EB-4D1C-899F-B85F37436E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00431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44DA8-56FB-4EFB-A7CA-24F9B64FD77D}" type="datetimeFigureOut">
              <a:rPr lang="ko-KR" altLang="en-US" smtClean="0"/>
              <a:t>2026-04-10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E36D3-B7EB-4D1C-899F-B85F37436E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69499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44DA8-56FB-4EFB-A7CA-24F9B64FD77D}" type="datetimeFigureOut">
              <a:rPr lang="ko-KR" altLang="en-US" smtClean="0"/>
              <a:t>2026-04-10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E36D3-B7EB-4D1C-899F-B85F37436E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6439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9" y="527406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9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8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944DA8-56FB-4EFB-A7CA-24F9B64FD77D}" type="datetimeFigureOut">
              <a:rPr lang="ko-KR" altLang="en-US" smtClean="0"/>
              <a:t>2026-04-10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4" y="9181398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8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6E36D3-B7EB-4D1C-899F-B85F37436E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58279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772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43" indent="-171443" algn="l" defTabSz="685772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28" indent="-171443" algn="l" defTabSz="685772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14" indent="-171443" algn="l" defTabSz="685772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00" indent="-171443" algn="l" defTabSz="685772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2985" indent="-171443" algn="l" defTabSz="685772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871" indent="-171443" algn="l" defTabSz="685772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57" indent="-171443" algn="l" defTabSz="685772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43" indent="-171443" algn="l" defTabSz="685772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28" indent="-171443" algn="l" defTabSz="685772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72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6" algn="l" defTabSz="685772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72" algn="l" defTabSz="685772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57" algn="l" defTabSz="685772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43" algn="l" defTabSz="685772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28" algn="l" defTabSz="685772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14" algn="l" defTabSz="685772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199" algn="l" defTabSz="685772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085" algn="l" defTabSz="685772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DC7069-F5E2-9D2F-192B-B88AC6B642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역량강화 시리즈</a:t>
            </a:r>
            <a:r>
              <a:rPr lang="en-US" altLang="ko-KR" dirty="0"/>
              <a:t>]</a:t>
            </a:r>
            <a:br>
              <a:rPr lang="en-US" altLang="ko-KR" dirty="0"/>
            </a:br>
            <a:r>
              <a:rPr lang="ko-KR" altLang="en-US" dirty="0"/>
              <a:t>업무 및 성과 관리 </a:t>
            </a:r>
            <a:r>
              <a:rPr lang="en-US" altLang="ko-KR" dirty="0"/>
              <a:t>①</a:t>
            </a:r>
            <a:br>
              <a:rPr lang="en-US" altLang="ko-KR" dirty="0"/>
            </a:br>
            <a:r>
              <a:rPr lang="en-US" altLang="ko-KR" dirty="0">
                <a:sym typeface="Wingdings" panose="05000000000000000000" pitchFamily="2" charset="2"/>
              </a:rPr>
              <a:t></a:t>
            </a:r>
            <a:r>
              <a:rPr lang="en-US" altLang="ko-KR" dirty="0"/>
              <a:t> Time Boxing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5F04644-93DD-8A20-F7E1-588AE2897A3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560609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2B260DA6-7A1C-B934-0045-2B42E418A68C}"/>
              </a:ext>
            </a:extLst>
          </p:cNvPr>
          <p:cNvSpPr/>
          <p:nvPr/>
        </p:nvSpPr>
        <p:spPr>
          <a:xfrm>
            <a:off x="349623" y="968188"/>
            <a:ext cx="1980000" cy="316005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latin typeface="+mn-ea"/>
              </a:rPr>
              <a:t>할 일들 목록</a:t>
            </a:r>
            <a:endParaRPr lang="en-US" altLang="ko-KR" b="1" dirty="0">
              <a:latin typeface="+mn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5DB69ED-B572-3FF1-3F03-4B3406CEB09F}"/>
              </a:ext>
            </a:extLst>
          </p:cNvPr>
          <p:cNvSpPr/>
          <p:nvPr/>
        </p:nvSpPr>
        <p:spPr>
          <a:xfrm>
            <a:off x="349624" y="4702287"/>
            <a:ext cx="1980000" cy="993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latin typeface="+mn-ea"/>
              </a:rPr>
              <a:t>필수 달성 항목</a:t>
            </a:r>
            <a:endParaRPr lang="en-US" altLang="ko-KR" b="1" dirty="0">
              <a:latin typeface="+mn-ea"/>
            </a:endParaRPr>
          </a:p>
          <a:p>
            <a:pPr algn="ctr"/>
            <a:r>
              <a:rPr lang="ko-KR" altLang="en-US" b="1" dirty="0">
                <a:latin typeface="+mn-ea"/>
              </a:rPr>
              <a:t>최대 </a:t>
            </a:r>
            <a:r>
              <a:rPr lang="en-US" altLang="ko-KR" b="1" dirty="0">
                <a:latin typeface="+mn-ea"/>
              </a:rPr>
              <a:t>3</a:t>
            </a:r>
            <a:r>
              <a:rPr lang="ko-KR" altLang="en-US" b="1" dirty="0">
                <a:latin typeface="+mn-ea"/>
              </a:rPr>
              <a:t>건</a:t>
            </a:r>
            <a:endParaRPr lang="en-US" altLang="ko-KR" b="1" dirty="0">
              <a:latin typeface="+mn-ea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B237D0B-AF9C-E72D-9D44-B387404EA2A6}"/>
              </a:ext>
            </a:extLst>
          </p:cNvPr>
          <p:cNvSpPr/>
          <p:nvPr/>
        </p:nvSpPr>
        <p:spPr>
          <a:xfrm>
            <a:off x="3268376" y="1398494"/>
            <a:ext cx="1620000" cy="706478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latin typeface="+mn-ea"/>
              </a:rPr>
              <a:t>할 일들의 수행 계획</a:t>
            </a:r>
            <a:endParaRPr lang="en-US" altLang="ko-KR" b="1" dirty="0">
              <a:latin typeface="+mn-ea"/>
            </a:endParaRPr>
          </a:p>
          <a:p>
            <a:pPr algn="ctr"/>
            <a:r>
              <a:rPr lang="ko-KR" altLang="en-US" b="1" dirty="0">
                <a:latin typeface="+mn-ea"/>
              </a:rPr>
              <a:t>시간 배치</a:t>
            </a:r>
            <a:endParaRPr lang="en-US" altLang="ko-KR" b="1" dirty="0">
              <a:latin typeface="+mn-ea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2FFEE0E-F23B-949D-6FF4-0906EFC68A2E}"/>
              </a:ext>
            </a:extLst>
          </p:cNvPr>
          <p:cNvSpPr/>
          <p:nvPr/>
        </p:nvSpPr>
        <p:spPr>
          <a:xfrm>
            <a:off x="4888376" y="1398494"/>
            <a:ext cx="1620000" cy="706478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latin typeface="+mn-ea"/>
              </a:rPr>
              <a:t>수행 계획에 대한 실적</a:t>
            </a:r>
            <a:endParaRPr lang="en-US" altLang="ko-KR" b="1" dirty="0">
              <a:latin typeface="+mn-ea"/>
            </a:endParaRPr>
          </a:p>
          <a:p>
            <a:pPr algn="ctr"/>
            <a:r>
              <a:rPr lang="ko-KR" altLang="en-US" b="1" dirty="0">
                <a:latin typeface="+mn-ea"/>
              </a:rPr>
              <a:t>시간 기록</a:t>
            </a:r>
            <a:endParaRPr lang="en-US" altLang="ko-KR" b="1" dirty="0">
              <a:latin typeface="+mn-ea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02979D9-B77A-EFF7-629D-968C9F7EB743}"/>
              </a:ext>
            </a:extLst>
          </p:cNvPr>
          <p:cNvSpPr/>
          <p:nvPr/>
        </p:nvSpPr>
        <p:spPr>
          <a:xfrm>
            <a:off x="349625" y="5849470"/>
            <a:ext cx="1979998" cy="26138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latin typeface="+mn-ea"/>
              </a:rPr>
              <a:t>기록</a:t>
            </a:r>
            <a:r>
              <a:rPr lang="en-US" altLang="ko-KR" b="1" dirty="0">
                <a:latin typeface="+mn-ea"/>
              </a:rPr>
              <a:t>/</a:t>
            </a:r>
            <a:r>
              <a:rPr lang="ko-KR" altLang="en-US" b="1" dirty="0">
                <a:latin typeface="+mn-ea"/>
              </a:rPr>
              <a:t>메모 </a:t>
            </a:r>
            <a:r>
              <a:rPr lang="en-US" altLang="ko-KR" b="1" dirty="0">
                <a:latin typeface="+mn-ea"/>
                <a:sym typeface="Wingdings" panose="05000000000000000000" pitchFamily="2" charset="2"/>
              </a:rPr>
              <a:t> </a:t>
            </a:r>
            <a:r>
              <a:rPr lang="ko-KR" altLang="en-US" b="1" dirty="0">
                <a:latin typeface="+mn-ea"/>
                <a:sym typeface="Wingdings" panose="05000000000000000000" pitchFamily="2" charset="2"/>
              </a:rPr>
              <a:t>선택</a:t>
            </a:r>
            <a:endParaRPr lang="en-US" altLang="ko-KR" b="1" dirty="0">
              <a:latin typeface="+mn-ea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6978CCE-D8A7-77BA-9784-90ACA6A0AE30}"/>
              </a:ext>
            </a:extLst>
          </p:cNvPr>
          <p:cNvSpPr/>
          <p:nvPr/>
        </p:nvSpPr>
        <p:spPr>
          <a:xfrm>
            <a:off x="349624" y="8994390"/>
            <a:ext cx="6158752" cy="82196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latin typeface="+mn-ea"/>
              </a:rPr>
              <a:t>일지</a:t>
            </a:r>
            <a:r>
              <a:rPr lang="en-US" altLang="ko-KR" b="1" dirty="0">
                <a:latin typeface="+mn-ea"/>
              </a:rPr>
              <a:t>/</a:t>
            </a:r>
            <a:r>
              <a:rPr lang="ko-KR" altLang="en-US" b="1" dirty="0">
                <a:latin typeface="+mn-ea"/>
              </a:rPr>
              <a:t>일기</a:t>
            </a:r>
            <a:r>
              <a:rPr lang="en-US" altLang="ko-KR" b="1" dirty="0">
                <a:latin typeface="+mn-ea"/>
              </a:rPr>
              <a:t>/</a:t>
            </a:r>
            <a:r>
              <a:rPr lang="ko-KR" altLang="en-US" b="1" dirty="0">
                <a:latin typeface="+mn-ea"/>
              </a:rPr>
              <a:t>감상</a:t>
            </a:r>
            <a:r>
              <a:rPr lang="en-US" altLang="ko-KR" b="1" dirty="0">
                <a:latin typeface="+mn-ea"/>
              </a:rPr>
              <a:t>/</a:t>
            </a:r>
            <a:r>
              <a:rPr lang="ko-KR" altLang="en-US" b="1" dirty="0">
                <a:latin typeface="+mn-ea"/>
              </a:rPr>
              <a:t>총평 </a:t>
            </a:r>
            <a:r>
              <a:rPr lang="en-US" altLang="ko-KR" b="1" dirty="0">
                <a:latin typeface="+mn-ea"/>
                <a:sym typeface="Wingdings" panose="05000000000000000000" pitchFamily="2" charset="2"/>
              </a:rPr>
              <a:t> </a:t>
            </a:r>
            <a:r>
              <a:rPr lang="ko-KR" altLang="en-US" b="1" dirty="0">
                <a:latin typeface="+mn-ea"/>
                <a:sym typeface="Wingdings" panose="05000000000000000000" pitchFamily="2" charset="2"/>
              </a:rPr>
              <a:t>필수</a:t>
            </a:r>
            <a:endParaRPr lang="en-US" altLang="ko-KR" b="1" dirty="0">
              <a:latin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57DA15E-74A1-C293-9649-70653644F5FA}"/>
              </a:ext>
            </a:extLst>
          </p:cNvPr>
          <p:cNvSpPr txBox="1"/>
          <p:nvPr/>
        </p:nvSpPr>
        <p:spPr>
          <a:xfrm>
            <a:off x="-67662" y="0"/>
            <a:ext cx="6993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dirty="0">
                <a:latin typeface="+mn-ea"/>
              </a:rPr>
              <a:t>UI</a:t>
            </a:r>
            <a:r>
              <a:rPr lang="ko-KR" altLang="en-US" b="1" dirty="0">
                <a:latin typeface="+mn-ea"/>
              </a:rPr>
              <a:t> </a:t>
            </a:r>
            <a:r>
              <a:rPr lang="en-US" altLang="ko-KR" b="1" dirty="0">
                <a:latin typeface="+mn-ea"/>
              </a:rPr>
              <a:t>Layout (</a:t>
            </a:r>
            <a:r>
              <a:rPr lang="ko-KR" altLang="en-US" b="1" dirty="0">
                <a:latin typeface="+mn-ea"/>
              </a:rPr>
              <a:t>모바일 등 작은 화면은 각 영역을 개별 화면으로 </a:t>
            </a:r>
            <a:r>
              <a:rPr lang="ko-KR" altLang="en-US" b="1" dirty="0" err="1">
                <a:latin typeface="+mn-ea"/>
              </a:rPr>
              <a:t>만듬</a:t>
            </a:r>
            <a:r>
              <a:rPr lang="en-US" altLang="ko-KR" b="1" dirty="0">
                <a:latin typeface="+mn-ea"/>
              </a:rPr>
              <a:t>)</a:t>
            </a:r>
            <a:endParaRPr lang="ko-KR" altLang="en-US" b="1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EA47780-C41A-2B9B-F1AA-65AFADFBD6B1}"/>
              </a:ext>
            </a:extLst>
          </p:cNvPr>
          <p:cNvSpPr/>
          <p:nvPr/>
        </p:nvSpPr>
        <p:spPr>
          <a:xfrm>
            <a:off x="349623" y="537881"/>
            <a:ext cx="1980000" cy="430307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latin typeface="+mn-ea"/>
              </a:rPr>
              <a:t>① Brain</a:t>
            </a:r>
            <a:r>
              <a:rPr lang="ko-KR" altLang="en-US" b="1" dirty="0">
                <a:latin typeface="+mn-ea"/>
              </a:rPr>
              <a:t> </a:t>
            </a:r>
            <a:r>
              <a:rPr lang="en-US" altLang="ko-KR" b="1" dirty="0">
                <a:latin typeface="+mn-ea"/>
              </a:rPr>
              <a:t>Dump</a:t>
            </a:r>
            <a:endParaRPr lang="ko-KR" altLang="en-US" b="1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033C732-2935-7C0D-A79C-85B4977DE01A}"/>
              </a:ext>
            </a:extLst>
          </p:cNvPr>
          <p:cNvSpPr/>
          <p:nvPr/>
        </p:nvSpPr>
        <p:spPr>
          <a:xfrm>
            <a:off x="349623" y="4270287"/>
            <a:ext cx="1980000" cy="4320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latin typeface="+mn-ea"/>
              </a:rPr>
              <a:t>② Big 3</a:t>
            </a:r>
            <a:endParaRPr lang="ko-KR" altLang="en-US" b="1" dirty="0">
              <a:latin typeface="+mn-ea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66D720D-FFB4-04FB-413A-77B13C26B26E}"/>
              </a:ext>
            </a:extLst>
          </p:cNvPr>
          <p:cNvSpPr/>
          <p:nvPr/>
        </p:nvSpPr>
        <p:spPr>
          <a:xfrm>
            <a:off x="3268376" y="968188"/>
            <a:ext cx="1620000" cy="430307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latin typeface="+mn-ea"/>
              </a:rPr>
              <a:t>Plan</a:t>
            </a:r>
            <a:endParaRPr lang="ko-KR" altLang="en-US" b="1" dirty="0">
              <a:latin typeface="+mn-ea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3A594A4-6998-AE92-0123-5BCF7B09D6A8}"/>
              </a:ext>
            </a:extLst>
          </p:cNvPr>
          <p:cNvSpPr/>
          <p:nvPr/>
        </p:nvSpPr>
        <p:spPr>
          <a:xfrm>
            <a:off x="4888376" y="968188"/>
            <a:ext cx="1620000" cy="430307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latin typeface="+mn-ea"/>
              </a:rPr>
              <a:t>Done</a:t>
            </a:r>
            <a:endParaRPr lang="ko-KR" altLang="en-US" b="1" dirty="0">
              <a:latin typeface="+mn-ea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20CE085-0EAC-2721-9853-00D2E0A6E4C0}"/>
              </a:ext>
            </a:extLst>
          </p:cNvPr>
          <p:cNvSpPr/>
          <p:nvPr/>
        </p:nvSpPr>
        <p:spPr>
          <a:xfrm>
            <a:off x="349624" y="5849471"/>
            <a:ext cx="1979999" cy="4320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rtlCol="0" anchor="ctr"/>
          <a:lstStyle/>
          <a:p>
            <a:pPr algn="ctr"/>
            <a:r>
              <a:rPr lang="en-US" altLang="ko-KR" b="1" dirty="0">
                <a:latin typeface="+mn-ea"/>
              </a:rPr>
              <a:t>④ Memo</a:t>
            </a:r>
            <a:endParaRPr lang="ko-KR" altLang="en-US" b="1" dirty="0">
              <a:latin typeface="+mn-ea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C65AE85-7B8F-33DA-D85B-57DC0AC114BA}"/>
              </a:ext>
            </a:extLst>
          </p:cNvPr>
          <p:cNvSpPr/>
          <p:nvPr/>
        </p:nvSpPr>
        <p:spPr>
          <a:xfrm>
            <a:off x="349624" y="8565776"/>
            <a:ext cx="1979998" cy="4320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rtlCol="0" anchor="ctr"/>
          <a:lstStyle/>
          <a:p>
            <a:pPr algn="ctr"/>
            <a:r>
              <a:rPr lang="en-US" altLang="ko-KR" b="1" dirty="0">
                <a:latin typeface="+mn-ea"/>
              </a:rPr>
              <a:t>⑤ Diary</a:t>
            </a:r>
            <a:endParaRPr lang="ko-KR" altLang="en-US" b="1" dirty="0">
              <a:latin typeface="+mn-ea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29447D9-4DE8-3C35-E37E-3F35C89D0A59}"/>
              </a:ext>
            </a:extLst>
          </p:cNvPr>
          <p:cNvSpPr/>
          <p:nvPr/>
        </p:nvSpPr>
        <p:spPr>
          <a:xfrm>
            <a:off x="2548379" y="1398494"/>
            <a:ext cx="720000" cy="706478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latin typeface="+mn-ea"/>
              </a:rPr>
              <a:t>1</a:t>
            </a:r>
            <a:r>
              <a:rPr lang="ko-KR" altLang="en-US" b="1" dirty="0">
                <a:latin typeface="+mn-ea"/>
              </a:rPr>
              <a:t>줄 </a:t>
            </a:r>
            <a:r>
              <a:rPr lang="en-US" altLang="ko-KR" b="1" dirty="0">
                <a:latin typeface="+mn-ea"/>
              </a:rPr>
              <a:t>30</a:t>
            </a:r>
            <a:r>
              <a:rPr lang="ko-KR" altLang="en-US" b="1" dirty="0">
                <a:latin typeface="+mn-ea"/>
              </a:rPr>
              <a:t>분으로 시간 배치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7A52B9E-A211-4D78-BBF3-7DC878A6DB04}"/>
              </a:ext>
            </a:extLst>
          </p:cNvPr>
          <p:cNvSpPr/>
          <p:nvPr/>
        </p:nvSpPr>
        <p:spPr>
          <a:xfrm>
            <a:off x="2548376" y="968186"/>
            <a:ext cx="720000" cy="4320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latin typeface="+mn-ea"/>
              </a:rPr>
              <a:t>Time</a:t>
            </a:r>
            <a:endParaRPr lang="ko-KR" altLang="en-US" b="1" dirty="0">
              <a:latin typeface="+mn-ea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14CC416-9582-1690-B325-78F4182086F7}"/>
              </a:ext>
            </a:extLst>
          </p:cNvPr>
          <p:cNvSpPr/>
          <p:nvPr/>
        </p:nvSpPr>
        <p:spPr>
          <a:xfrm>
            <a:off x="2548379" y="537881"/>
            <a:ext cx="3960000" cy="4320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latin typeface="+mn-ea"/>
              </a:rPr>
              <a:t>③ Time Boxing</a:t>
            </a:r>
            <a:endParaRPr lang="ko-KR" altLang="en-US" b="1" dirty="0">
              <a:latin typeface="+mn-ea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91F0045-A611-5744-67EB-9EC62D70BC38}"/>
              </a:ext>
            </a:extLst>
          </p:cNvPr>
          <p:cNvSpPr/>
          <p:nvPr/>
        </p:nvSpPr>
        <p:spPr>
          <a:xfrm>
            <a:off x="2329622" y="8565776"/>
            <a:ext cx="4178754" cy="4320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altLang="ko-KR" b="1" dirty="0">
                <a:solidFill>
                  <a:schemeClr val="bg1">
                    <a:lumMod val="65000"/>
                  </a:schemeClr>
                </a:solidFill>
                <a:latin typeface="+mn-ea"/>
              </a:rPr>
              <a:t>(Title : Optional)</a:t>
            </a:r>
            <a:endParaRPr lang="ko-KR" altLang="en-US" b="1" dirty="0">
              <a:solidFill>
                <a:schemeClr val="bg1">
                  <a:lumMod val="6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2207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191C3F-6E0B-DA3F-4E13-54263E542C2E}"/>
              </a:ext>
            </a:extLst>
          </p:cNvPr>
          <p:cNvSpPr txBox="1"/>
          <p:nvPr/>
        </p:nvSpPr>
        <p:spPr>
          <a:xfrm>
            <a:off x="1409513" y="0"/>
            <a:ext cx="40389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dirty="0">
                <a:latin typeface="+mn-ea"/>
              </a:rPr>
              <a:t>UI</a:t>
            </a:r>
            <a:r>
              <a:rPr lang="ko-KR" altLang="en-US" b="1" dirty="0">
                <a:latin typeface="+mn-ea"/>
              </a:rPr>
              <a:t> </a:t>
            </a:r>
            <a:r>
              <a:rPr lang="en-US" altLang="ko-KR" b="1" dirty="0">
                <a:latin typeface="+mn-ea"/>
              </a:rPr>
              <a:t>Layout</a:t>
            </a:r>
            <a:r>
              <a:rPr lang="ko-KR" altLang="en-US" b="1" dirty="0">
                <a:latin typeface="+mn-ea"/>
              </a:rPr>
              <a:t> </a:t>
            </a:r>
            <a:r>
              <a:rPr lang="en-US" altLang="ko-KR" b="1" dirty="0">
                <a:latin typeface="+mn-ea"/>
              </a:rPr>
              <a:t>&amp;</a:t>
            </a:r>
            <a:r>
              <a:rPr lang="ko-KR" altLang="en-US" b="1" dirty="0">
                <a:latin typeface="+mn-ea"/>
              </a:rPr>
              <a:t> </a:t>
            </a:r>
            <a:r>
              <a:rPr lang="en-US" altLang="ko-KR" b="1" dirty="0">
                <a:latin typeface="+mn-ea"/>
              </a:rPr>
              <a:t>Function Specification</a:t>
            </a:r>
            <a:endParaRPr lang="ko-KR" altLang="en-US" b="1" dirty="0">
              <a:latin typeface="+mn-ea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E8B4DF6-FC76-0D11-B0FE-BC276EF404B8}"/>
              </a:ext>
            </a:extLst>
          </p:cNvPr>
          <p:cNvSpPr/>
          <p:nvPr/>
        </p:nvSpPr>
        <p:spPr>
          <a:xfrm>
            <a:off x="349623" y="966496"/>
            <a:ext cx="1980000" cy="252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108000" indent="-108000">
              <a:buFont typeface="Arial" panose="020B0604020202020204" pitchFamily="34" charset="0"/>
              <a:buChar char="•"/>
            </a:pPr>
            <a:r>
              <a:rPr lang="ko-KR" altLang="en-US" sz="1200" b="1" dirty="0">
                <a:latin typeface="+mn-ea"/>
              </a:rPr>
              <a:t>개별적인 </a:t>
            </a:r>
            <a:r>
              <a:rPr lang="ko-KR" altLang="en-US" sz="1200" b="1" dirty="0" err="1">
                <a:latin typeface="+mn-ea"/>
              </a:rPr>
              <a:t>할일들을</a:t>
            </a:r>
            <a:r>
              <a:rPr lang="ko-KR" altLang="en-US" sz="1200" b="1" dirty="0">
                <a:latin typeface="+mn-ea"/>
              </a:rPr>
              <a:t> 블록 단위로 취급</a:t>
            </a:r>
            <a:endParaRPr lang="en-US" altLang="ko-KR" sz="1200" b="1" dirty="0">
              <a:latin typeface="+mn-ea"/>
            </a:endParaRPr>
          </a:p>
          <a:p>
            <a:pPr marL="108000" indent="-108000">
              <a:buFont typeface="Arial" panose="020B0604020202020204" pitchFamily="34" charset="0"/>
              <a:buChar char="•"/>
            </a:pPr>
            <a:r>
              <a:rPr lang="ko-KR" altLang="en-US" sz="1200" b="1" dirty="0" err="1">
                <a:latin typeface="+mn-ea"/>
              </a:rPr>
              <a:t>할일</a:t>
            </a:r>
            <a:r>
              <a:rPr lang="ko-KR" altLang="en-US" sz="1200" b="1" dirty="0">
                <a:latin typeface="+mn-ea"/>
              </a:rPr>
              <a:t> 블록은 드래그 앤 드롭 지원</a:t>
            </a:r>
            <a:endParaRPr lang="en-US" altLang="ko-KR" sz="1200" b="1" dirty="0">
              <a:latin typeface="+mn-ea"/>
            </a:endParaRPr>
          </a:p>
          <a:p>
            <a:pPr marL="108000" indent="-108000">
              <a:buFont typeface="Arial" panose="020B0604020202020204" pitchFamily="34" charset="0"/>
              <a:buChar char="•"/>
            </a:pPr>
            <a:r>
              <a:rPr lang="ko-KR" altLang="en-US" sz="1200" b="1" dirty="0">
                <a:latin typeface="+mn-ea"/>
              </a:rPr>
              <a:t>롱</a:t>
            </a:r>
            <a:r>
              <a:rPr lang="en-US" altLang="ko-KR" sz="1200" b="1" dirty="0">
                <a:latin typeface="+mn-ea"/>
              </a:rPr>
              <a:t>/</a:t>
            </a:r>
            <a:r>
              <a:rPr lang="ko-KR" altLang="en-US" sz="1200" b="1" dirty="0" err="1">
                <a:latin typeface="+mn-ea"/>
              </a:rPr>
              <a:t>더블탭으로</a:t>
            </a:r>
            <a:r>
              <a:rPr lang="ko-KR" altLang="en-US" sz="1200" b="1" dirty="0">
                <a:latin typeface="+mn-ea"/>
              </a:rPr>
              <a:t> 각종 기능 선택 </a:t>
            </a:r>
            <a:r>
              <a:rPr lang="en-US" altLang="ko-KR" sz="1200" b="1" dirty="0">
                <a:latin typeface="+mn-ea"/>
              </a:rPr>
              <a:t>(</a:t>
            </a:r>
            <a:r>
              <a:rPr lang="ko-KR" altLang="en-US" sz="1200" b="1" dirty="0">
                <a:latin typeface="+mn-ea"/>
              </a:rPr>
              <a:t>위치</a:t>
            </a:r>
            <a:r>
              <a:rPr lang="en-US" altLang="ko-KR" sz="1200" b="1" dirty="0">
                <a:latin typeface="+mn-ea"/>
              </a:rPr>
              <a:t> </a:t>
            </a:r>
            <a:r>
              <a:rPr lang="ko-KR" altLang="en-US" sz="1200" b="1" dirty="0">
                <a:latin typeface="+mn-ea"/>
              </a:rPr>
              <a:t>무관 공통 기능</a:t>
            </a:r>
            <a:r>
              <a:rPr lang="en-US" altLang="ko-KR" sz="1200" b="1" dirty="0">
                <a:latin typeface="+mn-ea"/>
              </a:rPr>
              <a:t>)</a:t>
            </a:r>
          </a:p>
          <a:p>
            <a:pPr marL="108000" indent="-108000">
              <a:buFont typeface="Arial" panose="020B0604020202020204" pitchFamily="34" charset="0"/>
              <a:buChar char="•"/>
            </a:pPr>
            <a:r>
              <a:rPr lang="ko-KR" altLang="en-US" sz="1200" b="1" dirty="0">
                <a:latin typeface="+mn-ea"/>
              </a:rPr>
              <a:t>항목 </a:t>
            </a:r>
            <a:r>
              <a:rPr lang="ko-KR" altLang="en-US" sz="1200" b="1" dirty="0" err="1">
                <a:latin typeface="+mn-ea"/>
              </a:rPr>
              <a:t>롱탭</a:t>
            </a:r>
            <a:r>
              <a:rPr lang="ko-KR" altLang="en-US" sz="1200" b="1" dirty="0">
                <a:latin typeface="+mn-ea"/>
              </a:rPr>
              <a:t> 또는 </a:t>
            </a:r>
            <a:r>
              <a:rPr lang="ko-KR" altLang="en-US" sz="1200" b="1" dirty="0" err="1">
                <a:latin typeface="+mn-ea"/>
              </a:rPr>
              <a:t>더블탭으로</a:t>
            </a:r>
            <a:r>
              <a:rPr lang="ko-KR" altLang="en-US" sz="1200" b="1" dirty="0">
                <a:latin typeface="+mn-ea"/>
              </a:rPr>
              <a:t> 수행시작</a:t>
            </a:r>
            <a:r>
              <a:rPr lang="en-US" altLang="ko-KR" sz="1200" b="1" dirty="0">
                <a:latin typeface="+mn-ea"/>
              </a:rPr>
              <a:t> </a:t>
            </a:r>
            <a:r>
              <a:rPr lang="ko-KR" altLang="en-US" sz="1200" b="1" dirty="0">
                <a:latin typeface="+mn-ea"/>
              </a:rPr>
              <a:t>및 완료 입력 </a:t>
            </a:r>
            <a:r>
              <a:rPr lang="en-US" altLang="ko-KR" sz="1200" b="1" dirty="0">
                <a:latin typeface="+mn-ea"/>
                <a:sym typeface="Wingdings" panose="05000000000000000000" pitchFamily="2" charset="2"/>
              </a:rPr>
              <a:t></a:t>
            </a:r>
            <a:r>
              <a:rPr lang="ko-KR" altLang="en-US" sz="1200" b="1" dirty="0">
                <a:latin typeface="+mn-ea"/>
                <a:sym typeface="Wingdings" panose="05000000000000000000" pitchFamily="2" charset="2"/>
              </a:rPr>
              <a:t>시간기록에 자동 반영</a:t>
            </a:r>
            <a:endParaRPr lang="en-US" altLang="ko-KR" sz="1200" b="1" dirty="0">
              <a:latin typeface="+mn-ea"/>
              <a:sym typeface="Wingdings" panose="05000000000000000000" pitchFamily="2" charset="2"/>
            </a:endParaRPr>
          </a:p>
          <a:p>
            <a:pPr marL="108000" indent="-108000">
              <a:buFont typeface="Arial" panose="020B0604020202020204" pitchFamily="34" charset="0"/>
              <a:buChar char="•"/>
            </a:pPr>
            <a:r>
              <a:rPr lang="ko-KR" altLang="en-US" sz="1200" b="1" dirty="0">
                <a:latin typeface="+mn-ea"/>
              </a:rPr>
              <a:t>미완료 항목들 익일로 자동 승계</a:t>
            </a:r>
            <a:endParaRPr lang="en-US" altLang="ko-KR" sz="1200" b="1" dirty="0">
              <a:latin typeface="+mn-ea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CBC297D-9470-E83C-0E77-187D29D07F6B}"/>
              </a:ext>
            </a:extLst>
          </p:cNvPr>
          <p:cNvSpPr/>
          <p:nvPr/>
        </p:nvSpPr>
        <p:spPr>
          <a:xfrm>
            <a:off x="349623" y="4206882"/>
            <a:ext cx="1980000" cy="90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108000" indent="-108000">
              <a:buFont typeface="Arial" panose="020B0604020202020204" pitchFamily="34" charset="0"/>
              <a:buChar char="•"/>
            </a:pPr>
            <a:r>
              <a:rPr lang="ko-KR" altLang="en-US" sz="1200" b="1" dirty="0" err="1">
                <a:latin typeface="+mn-ea"/>
              </a:rPr>
              <a:t>할일에서</a:t>
            </a:r>
            <a:r>
              <a:rPr lang="ko-KR" altLang="en-US" sz="1200" b="1" dirty="0">
                <a:latin typeface="+mn-ea"/>
              </a:rPr>
              <a:t> 끌어 놓기</a:t>
            </a:r>
            <a:endParaRPr lang="en-US" altLang="ko-KR" sz="1200" b="1" dirty="0">
              <a:latin typeface="+mn-ea"/>
            </a:endParaRPr>
          </a:p>
          <a:p>
            <a:pPr marL="108000" indent="-108000">
              <a:buFont typeface="Arial" panose="020B0604020202020204" pitchFamily="34" charset="0"/>
              <a:buChar char="•"/>
            </a:pPr>
            <a:r>
              <a:rPr lang="ko-KR" altLang="en-US" sz="1200" b="1" dirty="0" err="1">
                <a:latin typeface="+mn-ea"/>
              </a:rPr>
              <a:t>할일에서</a:t>
            </a:r>
            <a:r>
              <a:rPr lang="ko-KR" altLang="en-US" sz="1200" b="1" dirty="0">
                <a:latin typeface="+mn-ea"/>
              </a:rPr>
              <a:t> 지정되면 반영하기</a:t>
            </a:r>
            <a:endParaRPr lang="en-US" altLang="ko-KR" sz="1200" b="1" dirty="0">
              <a:latin typeface="+mn-ea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BDCE98D-CA6C-51BB-01E3-2B62E69C6FA2}"/>
              </a:ext>
            </a:extLst>
          </p:cNvPr>
          <p:cNvSpPr/>
          <p:nvPr/>
        </p:nvSpPr>
        <p:spPr>
          <a:xfrm>
            <a:off x="3268376" y="1396802"/>
            <a:ext cx="1620000" cy="648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108000" indent="-108000">
              <a:buFont typeface="Arial" panose="020B0604020202020204" pitchFamily="34" charset="0"/>
              <a:buChar char="•"/>
            </a:pPr>
            <a:r>
              <a:rPr lang="ko-KR" altLang="en-US" sz="1200" b="1" dirty="0" err="1">
                <a:latin typeface="+mn-ea"/>
              </a:rPr>
              <a:t>할일</a:t>
            </a:r>
            <a:r>
              <a:rPr lang="ko-KR" altLang="en-US" sz="1200" b="1" dirty="0">
                <a:latin typeface="+mn-ea"/>
              </a:rPr>
              <a:t> 블록을 끌어와 놓아 배치</a:t>
            </a:r>
            <a:endParaRPr lang="en-US" altLang="ko-KR" sz="1200" b="1" dirty="0">
              <a:latin typeface="+mn-ea"/>
            </a:endParaRPr>
          </a:p>
          <a:p>
            <a:pPr marL="108000" indent="-108000">
              <a:buFont typeface="Arial" panose="020B0604020202020204" pitchFamily="34" charset="0"/>
              <a:buChar char="•"/>
            </a:pPr>
            <a:r>
              <a:rPr lang="ko-KR" altLang="en-US" sz="1200" b="1" dirty="0">
                <a:latin typeface="+mn-ea"/>
              </a:rPr>
              <a:t>더블 </a:t>
            </a:r>
            <a:r>
              <a:rPr lang="ko-KR" altLang="en-US" sz="1200" b="1" dirty="0" err="1">
                <a:latin typeface="+mn-ea"/>
              </a:rPr>
              <a:t>클랙</a:t>
            </a:r>
            <a:r>
              <a:rPr lang="en-US" altLang="ko-KR" sz="1200" b="1" dirty="0">
                <a:latin typeface="+mn-ea"/>
              </a:rPr>
              <a:t>(</a:t>
            </a:r>
            <a:r>
              <a:rPr lang="ko-KR" altLang="en-US" sz="1200" b="1" dirty="0">
                <a:latin typeface="+mn-ea"/>
              </a:rPr>
              <a:t>탭</a:t>
            </a:r>
            <a:r>
              <a:rPr lang="en-US" altLang="ko-KR" sz="1200" b="1" dirty="0">
                <a:latin typeface="+mn-ea"/>
              </a:rPr>
              <a:t>)</a:t>
            </a:r>
            <a:r>
              <a:rPr lang="ko-KR" altLang="en-US" sz="1200" b="1" dirty="0">
                <a:latin typeface="+mn-ea"/>
              </a:rPr>
              <a:t>으로 </a:t>
            </a:r>
            <a:r>
              <a:rPr lang="ko-KR" altLang="en-US" sz="1200" b="1" dirty="0" err="1">
                <a:latin typeface="+mn-ea"/>
              </a:rPr>
              <a:t>할일</a:t>
            </a:r>
            <a:r>
              <a:rPr lang="ko-KR" altLang="en-US" sz="1200" b="1" dirty="0">
                <a:latin typeface="+mn-ea"/>
              </a:rPr>
              <a:t> 목록 팝업을 부르고 항목을 선택하여 배치</a:t>
            </a:r>
            <a:endParaRPr lang="en-US" altLang="ko-KR" sz="1200" b="1" dirty="0">
              <a:latin typeface="+mn-ea"/>
            </a:endParaRPr>
          </a:p>
          <a:p>
            <a:pPr marL="108000" indent="-108000">
              <a:buFont typeface="Arial" panose="020B0604020202020204" pitchFamily="34" charset="0"/>
              <a:buChar char="•"/>
            </a:pPr>
            <a:r>
              <a:rPr lang="ko-KR" altLang="en-US" sz="1200" b="1" dirty="0">
                <a:latin typeface="+mn-ea"/>
              </a:rPr>
              <a:t>드래그 </a:t>
            </a:r>
            <a:endParaRPr lang="en-US" altLang="ko-KR" sz="1200" b="1" dirty="0">
              <a:latin typeface="+mn-ea"/>
            </a:endParaRPr>
          </a:p>
          <a:p>
            <a:pPr marL="108000" indent="-108000">
              <a:buFont typeface="Arial" panose="020B0604020202020204" pitchFamily="34" charset="0"/>
              <a:buChar char="•"/>
            </a:pPr>
            <a:r>
              <a:rPr lang="en-US" altLang="ko-KR" sz="1200" b="1" dirty="0">
                <a:latin typeface="+mn-ea"/>
              </a:rPr>
              <a:t>1</a:t>
            </a:r>
            <a:r>
              <a:rPr lang="ko-KR" altLang="en-US" sz="1200" b="1" dirty="0">
                <a:latin typeface="+mn-ea"/>
              </a:rPr>
              <a:t>시간</a:t>
            </a:r>
            <a:r>
              <a:rPr lang="en-US" altLang="ko-KR" sz="1200" b="1" dirty="0">
                <a:latin typeface="+mn-ea"/>
              </a:rPr>
              <a:t>=1</a:t>
            </a:r>
            <a:r>
              <a:rPr lang="ko-KR" altLang="en-US" sz="1200" b="1" dirty="0">
                <a:latin typeface="+mn-ea"/>
              </a:rPr>
              <a:t>줄</a:t>
            </a:r>
            <a:endParaRPr lang="en-US" altLang="ko-KR" sz="1200" b="1" dirty="0">
              <a:latin typeface="+mn-ea"/>
            </a:endParaRPr>
          </a:p>
          <a:p>
            <a:pPr marL="108000" indent="-108000">
              <a:buFont typeface="Arial" panose="020B0604020202020204" pitchFamily="34" charset="0"/>
              <a:buChar char="•"/>
            </a:pPr>
            <a:r>
              <a:rPr lang="en-US" altLang="ko-KR" sz="1200" b="1" dirty="0">
                <a:latin typeface="+mn-ea"/>
              </a:rPr>
              <a:t>1</a:t>
            </a:r>
            <a:r>
              <a:rPr lang="ko-KR" altLang="en-US" sz="1200" b="1" dirty="0">
                <a:latin typeface="+mn-ea"/>
              </a:rPr>
              <a:t>줄</a:t>
            </a:r>
            <a:r>
              <a:rPr lang="en-US" altLang="ko-KR" sz="1200" b="1" dirty="0">
                <a:latin typeface="+mn-ea"/>
              </a:rPr>
              <a:t>=2~3</a:t>
            </a:r>
            <a:r>
              <a:rPr lang="ko-KR" altLang="en-US" sz="1200" b="1" dirty="0">
                <a:latin typeface="+mn-ea"/>
              </a:rPr>
              <a:t>칸</a:t>
            </a:r>
            <a:endParaRPr lang="en-US" altLang="ko-KR" sz="1200" b="1" dirty="0">
              <a:latin typeface="+mn-ea"/>
            </a:endParaRPr>
          </a:p>
          <a:p>
            <a:pPr marL="108000" indent="-108000">
              <a:buFont typeface="Arial" panose="020B0604020202020204" pitchFamily="34" charset="0"/>
              <a:buChar char="•"/>
            </a:pPr>
            <a:r>
              <a:rPr lang="ko-KR" altLang="en-US" sz="1200" b="1" dirty="0" err="1">
                <a:latin typeface="+mn-ea"/>
              </a:rPr>
              <a:t>할일들에서</a:t>
            </a:r>
            <a:r>
              <a:rPr lang="ko-KR" altLang="en-US" sz="1200" b="1" dirty="0">
                <a:latin typeface="+mn-ea"/>
              </a:rPr>
              <a:t> 지정 시 반영</a:t>
            </a:r>
            <a:endParaRPr lang="en-US" altLang="ko-KR" sz="1200" b="1" dirty="0">
              <a:latin typeface="+mn-ea"/>
            </a:endParaRPr>
          </a:p>
          <a:p>
            <a:pPr marL="108000" indent="-108000">
              <a:buFont typeface="Arial" panose="020B0604020202020204" pitchFamily="34" charset="0"/>
              <a:buChar char="•"/>
            </a:pPr>
            <a:r>
              <a:rPr lang="ko-KR" altLang="en-US" sz="1200" b="1" dirty="0" err="1">
                <a:latin typeface="+mn-ea"/>
              </a:rPr>
              <a:t>할일을</a:t>
            </a:r>
            <a:r>
              <a:rPr lang="ko-KR" altLang="en-US" sz="1200" b="1" dirty="0">
                <a:latin typeface="+mn-ea"/>
              </a:rPr>
              <a:t> </a:t>
            </a:r>
            <a:r>
              <a:rPr lang="ko-KR" altLang="en-US" sz="1200" b="1" dirty="0" err="1">
                <a:latin typeface="+mn-ea"/>
              </a:rPr>
              <a:t>블럭단위로</a:t>
            </a:r>
            <a:r>
              <a:rPr lang="ko-KR" altLang="en-US" sz="1200" b="1" dirty="0">
                <a:latin typeface="+mn-ea"/>
              </a:rPr>
              <a:t> 이동</a:t>
            </a:r>
            <a:endParaRPr lang="en-US" altLang="ko-KR" sz="1200" b="1" dirty="0">
              <a:latin typeface="+mn-ea"/>
            </a:endParaRPr>
          </a:p>
          <a:p>
            <a:pPr marL="108000" indent="-108000">
              <a:buFont typeface="Arial" panose="020B0604020202020204" pitchFamily="34" charset="0"/>
              <a:buChar char="•"/>
            </a:pPr>
            <a:r>
              <a:rPr lang="ko-KR" altLang="en-US" sz="1200" b="1" dirty="0">
                <a:latin typeface="+mn-ea"/>
              </a:rPr>
              <a:t>블록 좌</a:t>
            </a:r>
            <a:r>
              <a:rPr lang="en-US" altLang="ko-KR" sz="1200" b="1" dirty="0">
                <a:latin typeface="+mn-ea"/>
              </a:rPr>
              <a:t>/</a:t>
            </a:r>
            <a:r>
              <a:rPr lang="ko-KR" altLang="en-US" sz="1200" b="1" dirty="0">
                <a:latin typeface="+mn-ea"/>
              </a:rPr>
              <a:t>우</a:t>
            </a:r>
            <a:r>
              <a:rPr lang="en-US" altLang="ko-KR" sz="1200" b="1" dirty="0">
                <a:latin typeface="+mn-ea"/>
              </a:rPr>
              <a:t>/</a:t>
            </a:r>
            <a:r>
              <a:rPr lang="ko-KR" altLang="en-US" sz="1200" b="1" dirty="0">
                <a:latin typeface="+mn-ea"/>
              </a:rPr>
              <a:t>위</a:t>
            </a:r>
            <a:r>
              <a:rPr lang="en-US" altLang="ko-KR" sz="1200" b="1" dirty="0">
                <a:latin typeface="+mn-ea"/>
              </a:rPr>
              <a:t>/</a:t>
            </a:r>
            <a:r>
              <a:rPr lang="ko-KR" altLang="en-US" sz="1200" b="1" dirty="0">
                <a:latin typeface="+mn-ea"/>
              </a:rPr>
              <a:t>아래를 끌어서 늘리기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E6BCF50-DB47-E37C-9AF3-9489290A0189}"/>
              </a:ext>
            </a:extLst>
          </p:cNvPr>
          <p:cNvSpPr/>
          <p:nvPr/>
        </p:nvSpPr>
        <p:spPr>
          <a:xfrm>
            <a:off x="4888376" y="1396802"/>
            <a:ext cx="1620000" cy="648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108000" indent="-108000">
              <a:buFont typeface="Arial" panose="020B0604020202020204" pitchFamily="34" charset="0"/>
              <a:buChar char="•"/>
            </a:pPr>
            <a:r>
              <a:rPr lang="ko-KR" altLang="en-US" sz="1200" b="1" dirty="0">
                <a:latin typeface="+mn-ea"/>
              </a:rPr>
              <a:t>계획</a:t>
            </a:r>
            <a:r>
              <a:rPr lang="en-US" altLang="ko-KR" sz="1200" b="1" dirty="0">
                <a:latin typeface="+mn-ea"/>
              </a:rPr>
              <a:t> </a:t>
            </a:r>
            <a:r>
              <a:rPr lang="ko-KR" altLang="en-US" sz="1200" b="1" dirty="0">
                <a:latin typeface="+mn-ea"/>
              </a:rPr>
              <a:t>대비 실제 소요 시간 기록</a:t>
            </a:r>
            <a:endParaRPr lang="en-US" altLang="ko-KR" sz="1200" b="1" dirty="0">
              <a:latin typeface="+mn-ea"/>
            </a:endParaRPr>
          </a:p>
          <a:p>
            <a:pPr marL="108000" indent="-108000">
              <a:buFont typeface="Arial" panose="020B0604020202020204" pitchFamily="34" charset="0"/>
              <a:buChar char="•"/>
            </a:pPr>
            <a:r>
              <a:rPr lang="ko-KR" altLang="en-US" sz="1200" b="1" dirty="0">
                <a:latin typeface="+mn-ea"/>
              </a:rPr>
              <a:t>계획에 등록된 블록 배치 정보를 기본으로 흐리게 복사 배치됨</a:t>
            </a:r>
            <a:endParaRPr lang="en-US" altLang="ko-KR" sz="1200" b="1" dirty="0">
              <a:latin typeface="+mn-ea"/>
            </a:endParaRPr>
          </a:p>
          <a:p>
            <a:pPr marL="108000" indent="-108000">
              <a:buFont typeface="Arial" panose="020B0604020202020204" pitchFamily="34" charset="0"/>
              <a:buChar char="•"/>
            </a:pPr>
            <a:r>
              <a:rPr lang="en-US" altLang="ko-KR" sz="1200" b="1" dirty="0">
                <a:latin typeface="+mn-ea"/>
              </a:rPr>
              <a:t>1</a:t>
            </a:r>
            <a:r>
              <a:rPr lang="ko-KR" altLang="en-US" sz="1200" b="1" dirty="0">
                <a:latin typeface="+mn-ea"/>
              </a:rPr>
              <a:t>시간</a:t>
            </a:r>
            <a:r>
              <a:rPr lang="en-US" altLang="ko-KR" sz="1200" b="1" dirty="0">
                <a:latin typeface="+mn-ea"/>
              </a:rPr>
              <a:t>=1</a:t>
            </a:r>
            <a:r>
              <a:rPr lang="ko-KR" altLang="en-US" sz="1200" b="1" dirty="0">
                <a:latin typeface="+mn-ea"/>
              </a:rPr>
              <a:t>줄</a:t>
            </a:r>
            <a:endParaRPr lang="en-US" altLang="ko-KR" sz="1200" b="1" dirty="0">
              <a:latin typeface="+mn-ea"/>
            </a:endParaRPr>
          </a:p>
          <a:p>
            <a:pPr marL="108000" indent="-108000">
              <a:buFont typeface="Arial" panose="020B0604020202020204" pitchFamily="34" charset="0"/>
              <a:buChar char="•"/>
            </a:pPr>
            <a:r>
              <a:rPr lang="en-US" altLang="ko-KR" sz="1200" b="1" dirty="0">
                <a:latin typeface="+mn-ea"/>
              </a:rPr>
              <a:t>1</a:t>
            </a:r>
            <a:r>
              <a:rPr lang="ko-KR" altLang="en-US" sz="1200" b="1" dirty="0">
                <a:latin typeface="+mn-ea"/>
              </a:rPr>
              <a:t>줄</a:t>
            </a:r>
            <a:r>
              <a:rPr lang="en-US" altLang="ko-KR" sz="1200" b="1" dirty="0">
                <a:latin typeface="+mn-ea"/>
              </a:rPr>
              <a:t>=1~12</a:t>
            </a:r>
            <a:r>
              <a:rPr lang="ko-KR" altLang="en-US" sz="1200" b="1" dirty="0">
                <a:latin typeface="+mn-ea"/>
              </a:rPr>
              <a:t>칸</a:t>
            </a:r>
            <a:endParaRPr lang="en-US" altLang="ko-KR" sz="1200" b="1" dirty="0">
              <a:latin typeface="+mn-ea"/>
            </a:endParaRPr>
          </a:p>
          <a:p>
            <a:pPr marL="108000" indent="-108000">
              <a:buFont typeface="Arial" panose="020B0604020202020204" pitchFamily="34" charset="0"/>
              <a:buChar char="•"/>
            </a:pPr>
            <a:r>
              <a:rPr lang="ko-KR" altLang="en-US" sz="1200" b="1" dirty="0">
                <a:latin typeface="+mn-ea"/>
              </a:rPr>
              <a:t>계획 설정을 희미하게 반영</a:t>
            </a:r>
            <a:endParaRPr lang="en-US" altLang="ko-KR" sz="1200" b="1" dirty="0">
              <a:latin typeface="+mn-ea"/>
            </a:endParaRPr>
          </a:p>
          <a:p>
            <a:pPr marL="108000" indent="-108000">
              <a:buFont typeface="Arial" panose="020B0604020202020204" pitchFamily="34" charset="0"/>
              <a:buChar char="•"/>
            </a:pPr>
            <a:r>
              <a:rPr lang="ko-KR" altLang="en-US" sz="1200" b="1" dirty="0">
                <a:latin typeface="+mn-ea"/>
              </a:rPr>
              <a:t>계획에 잡히지 않은 항목도 </a:t>
            </a:r>
            <a:r>
              <a:rPr lang="ko-KR" altLang="en-US" sz="1200" b="1" dirty="0" err="1">
                <a:latin typeface="+mn-ea"/>
              </a:rPr>
              <a:t>할일들에서</a:t>
            </a:r>
            <a:r>
              <a:rPr lang="ko-KR" altLang="en-US" sz="1200" b="1" dirty="0">
                <a:latin typeface="+mn-ea"/>
              </a:rPr>
              <a:t> 시작</a:t>
            </a:r>
            <a:r>
              <a:rPr lang="en-US" altLang="ko-KR" sz="1200" b="1" dirty="0">
                <a:latin typeface="+mn-ea"/>
              </a:rPr>
              <a:t>/</a:t>
            </a:r>
            <a:r>
              <a:rPr lang="ko-KR" altLang="en-US" sz="1200" b="1" dirty="0">
                <a:latin typeface="+mn-ea"/>
              </a:rPr>
              <a:t>종료 기록 시 여기에 반영</a:t>
            </a:r>
            <a:endParaRPr lang="en-US" altLang="ko-KR" sz="1200" b="1" dirty="0">
              <a:latin typeface="+mn-ea"/>
            </a:endParaRPr>
          </a:p>
          <a:p>
            <a:pPr marL="108000" indent="-108000">
              <a:buFont typeface="Arial" panose="020B0604020202020204" pitchFamily="34" charset="0"/>
              <a:buChar char="•"/>
            </a:pPr>
            <a:r>
              <a:rPr lang="ko-KR" altLang="en-US" sz="1200" b="1" dirty="0">
                <a:latin typeface="+mn-ea"/>
              </a:rPr>
              <a:t>계획대비 실적 통계를 위한 대비</a:t>
            </a:r>
            <a:endParaRPr lang="en-US" altLang="ko-KR" sz="1200" b="1" dirty="0">
              <a:latin typeface="+mn-ea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78E1EC4-E1F6-88A0-0B99-6CC761CB6757}"/>
              </a:ext>
            </a:extLst>
          </p:cNvPr>
          <p:cNvSpPr/>
          <p:nvPr/>
        </p:nvSpPr>
        <p:spPr>
          <a:xfrm>
            <a:off x="349623" y="5355108"/>
            <a:ext cx="1979998" cy="252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108000" indent="-108000">
              <a:buFont typeface="Arial" panose="020B0604020202020204" pitchFamily="34" charset="0"/>
              <a:buChar char="•"/>
            </a:pPr>
            <a:r>
              <a:rPr lang="en-US" altLang="ko-KR" sz="1200" b="1" dirty="0">
                <a:latin typeface="+mn-ea"/>
              </a:rPr>
              <a:t>1~3</a:t>
            </a:r>
            <a:r>
              <a:rPr lang="ko-KR" altLang="en-US" sz="1200" b="1" dirty="0">
                <a:latin typeface="+mn-ea"/>
              </a:rPr>
              <a:t>단 형식으로 기록 조정</a:t>
            </a:r>
            <a:endParaRPr lang="en-US" altLang="ko-KR" sz="1200" b="1" dirty="0">
              <a:latin typeface="+mn-ea"/>
            </a:endParaRPr>
          </a:p>
          <a:p>
            <a:pPr marL="108000" indent="-108000">
              <a:buFont typeface="Arial" panose="020B0604020202020204" pitchFamily="34" charset="0"/>
              <a:buChar char="•"/>
            </a:pPr>
            <a:r>
              <a:rPr lang="ko-KR" altLang="en-US" sz="1200" b="1" dirty="0" err="1">
                <a:latin typeface="+mn-ea"/>
              </a:rPr>
              <a:t>할일에서</a:t>
            </a:r>
            <a:r>
              <a:rPr lang="ko-KR" altLang="en-US" sz="1200" b="1" dirty="0">
                <a:latin typeface="+mn-ea"/>
              </a:rPr>
              <a:t> 기록 작성 시 바로 반영</a:t>
            </a:r>
            <a:endParaRPr lang="en-US" altLang="ko-KR" sz="1200" b="1" dirty="0">
              <a:latin typeface="+mn-ea"/>
            </a:endParaRPr>
          </a:p>
          <a:p>
            <a:pPr marL="108000" indent="-108000">
              <a:buFont typeface="Arial" panose="020B0604020202020204" pitchFamily="34" charset="0"/>
              <a:buChar char="•"/>
            </a:pPr>
            <a:r>
              <a:rPr lang="ko-KR" altLang="en-US" sz="1200" b="1" dirty="0">
                <a:latin typeface="+mn-ea"/>
              </a:rPr>
              <a:t>항목 끌어 놓기로 항목</a:t>
            </a:r>
            <a:r>
              <a:rPr lang="en-US" altLang="ko-KR" sz="1200" b="1" dirty="0">
                <a:latin typeface="+mn-ea"/>
              </a:rPr>
              <a:t>-</a:t>
            </a:r>
            <a:r>
              <a:rPr lang="ko-KR" altLang="en-US" sz="1200" b="1" dirty="0">
                <a:latin typeface="+mn-ea"/>
              </a:rPr>
              <a:t>기록 연결 고정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59B7147-E132-7B9F-5E25-EB9C9CE8102A}"/>
              </a:ext>
            </a:extLst>
          </p:cNvPr>
          <p:cNvSpPr/>
          <p:nvPr/>
        </p:nvSpPr>
        <p:spPr>
          <a:xfrm>
            <a:off x="349624" y="8505810"/>
            <a:ext cx="6158752" cy="126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108000" indent="-108000">
              <a:buFont typeface="Arial" panose="020B0604020202020204" pitchFamily="34" charset="0"/>
              <a:buChar char="•"/>
            </a:pPr>
            <a:r>
              <a:rPr lang="ko-KR" altLang="en-US" sz="1200" b="1" dirty="0">
                <a:latin typeface="+mn-ea"/>
              </a:rPr>
              <a:t>그날의 일기를 쓰거나 반성</a:t>
            </a:r>
            <a:r>
              <a:rPr lang="en-US" altLang="ko-KR" sz="1200" b="1" dirty="0">
                <a:latin typeface="+mn-ea"/>
              </a:rPr>
              <a:t>, </a:t>
            </a:r>
            <a:r>
              <a:rPr lang="ko-KR" altLang="en-US" sz="1200" b="1" dirty="0">
                <a:latin typeface="+mn-ea"/>
              </a:rPr>
              <a:t>감흥</a:t>
            </a:r>
            <a:r>
              <a:rPr lang="en-US" altLang="ko-KR" sz="1200" b="1" dirty="0">
                <a:latin typeface="+mn-ea"/>
              </a:rPr>
              <a:t>, </a:t>
            </a:r>
            <a:r>
              <a:rPr lang="ko-KR" altLang="en-US" sz="1200" b="1" dirty="0">
                <a:latin typeface="+mn-ea"/>
              </a:rPr>
              <a:t>특이점 등을 기록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250F102-0976-6178-7A83-B3FF15BEF912}"/>
              </a:ext>
            </a:extLst>
          </p:cNvPr>
          <p:cNvSpPr/>
          <p:nvPr/>
        </p:nvSpPr>
        <p:spPr>
          <a:xfrm>
            <a:off x="349622" y="3774882"/>
            <a:ext cx="1980000" cy="4320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latin typeface="+mn-ea"/>
              </a:rPr>
              <a:t>② Big 3</a:t>
            </a:r>
            <a:endParaRPr lang="ko-KR" altLang="en-US" b="1" dirty="0">
              <a:latin typeface="+mn-ea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49E72FA-D04E-3A2F-F569-E4E15237275D}"/>
              </a:ext>
            </a:extLst>
          </p:cNvPr>
          <p:cNvSpPr/>
          <p:nvPr/>
        </p:nvSpPr>
        <p:spPr>
          <a:xfrm>
            <a:off x="3268376" y="966496"/>
            <a:ext cx="1620000" cy="430307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latin typeface="+mn-ea"/>
              </a:rPr>
              <a:t>Plan</a:t>
            </a:r>
            <a:endParaRPr lang="ko-KR" altLang="en-US" b="1" dirty="0">
              <a:latin typeface="+mn-ea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4E1DC25-9FA8-3778-9F96-B563072427F4}"/>
              </a:ext>
            </a:extLst>
          </p:cNvPr>
          <p:cNvSpPr/>
          <p:nvPr/>
        </p:nvSpPr>
        <p:spPr>
          <a:xfrm>
            <a:off x="4888376" y="966496"/>
            <a:ext cx="1620000" cy="430307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latin typeface="+mn-ea"/>
              </a:rPr>
              <a:t>Done</a:t>
            </a:r>
            <a:endParaRPr lang="ko-KR" altLang="en-US" b="1" dirty="0">
              <a:latin typeface="+mn-ea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7D873C9-1936-BCE6-4213-EC9C70CA12B4}"/>
              </a:ext>
            </a:extLst>
          </p:cNvPr>
          <p:cNvSpPr/>
          <p:nvPr/>
        </p:nvSpPr>
        <p:spPr>
          <a:xfrm>
            <a:off x="349622" y="5355109"/>
            <a:ext cx="1979999" cy="4320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rtlCol="0" anchor="ctr"/>
          <a:lstStyle/>
          <a:p>
            <a:pPr algn="ctr"/>
            <a:r>
              <a:rPr lang="en-US" altLang="ko-KR" b="1" dirty="0">
                <a:latin typeface="+mn-ea"/>
              </a:rPr>
              <a:t>④ Memo</a:t>
            </a:r>
            <a:endParaRPr lang="ko-KR" altLang="en-US" b="1" dirty="0">
              <a:latin typeface="+mn-ea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36786DB-F2A2-80A6-223A-532584298E6A}"/>
              </a:ext>
            </a:extLst>
          </p:cNvPr>
          <p:cNvSpPr/>
          <p:nvPr/>
        </p:nvSpPr>
        <p:spPr>
          <a:xfrm>
            <a:off x="349624" y="8077198"/>
            <a:ext cx="1979998" cy="4320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rtlCol="0" anchor="ctr"/>
          <a:lstStyle/>
          <a:p>
            <a:pPr algn="ctr"/>
            <a:r>
              <a:rPr lang="en-US" altLang="ko-KR" b="1" dirty="0">
                <a:latin typeface="+mn-ea"/>
              </a:rPr>
              <a:t>⑤ Diary</a:t>
            </a:r>
            <a:endParaRPr lang="ko-KR" altLang="en-US" b="1" dirty="0">
              <a:latin typeface="+mn-ea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469664B0-BFBF-3A65-4224-E013E02D80E3}"/>
              </a:ext>
            </a:extLst>
          </p:cNvPr>
          <p:cNvSpPr/>
          <p:nvPr/>
        </p:nvSpPr>
        <p:spPr>
          <a:xfrm>
            <a:off x="2548379" y="1396802"/>
            <a:ext cx="720000" cy="648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latin typeface="+mn-ea"/>
              </a:rPr>
              <a:t>1</a:t>
            </a:r>
            <a:r>
              <a:rPr lang="ko-KR" altLang="en-US" sz="1200" b="1" dirty="0">
                <a:latin typeface="+mn-ea"/>
              </a:rPr>
              <a:t>줄 </a:t>
            </a:r>
            <a:r>
              <a:rPr lang="en-US" altLang="ko-KR" sz="1200" b="1" dirty="0">
                <a:latin typeface="+mn-ea"/>
              </a:rPr>
              <a:t>30</a:t>
            </a:r>
            <a:r>
              <a:rPr lang="ko-KR" altLang="en-US" sz="1200" b="1" dirty="0">
                <a:latin typeface="+mn-ea"/>
              </a:rPr>
              <a:t>분</a:t>
            </a:r>
            <a:endParaRPr lang="en-US" altLang="ko-KR" sz="1200" b="1" dirty="0">
              <a:latin typeface="+mn-ea"/>
            </a:endParaRPr>
          </a:p>
          <a:p>
            <a:pPr algn="ctr"/>
            <a:endParaRPr lang="en-US" altLang="ko-KR" sz="1200" b="1" dirty="0">
              <a:latin typeface="+mn-ea"/>
            </a:endParaRPr>
          </a:p>
          <a:p>
            <a:pPr algn="ctr"/>
            <a:r>
              <a:rPr lang="ko-KR" altLang="en-US" sz="1200" b="1" dirty="0">
                <a:latin typeface="+mn-ea"/>
              </a:rPr>
              <a:t>시작 시간 입력</a:t>
            </a:r>
            <a:endParaRPr lang="en-US" altLang="ko-KR" sz="1200" b="1" dirty="0">
              <a:latin typeface="+mn-ea"/>
            </a:endParaRPr>
          </a:p>
          <a:p>
            <a:pPr algn="ctr"/>
            <a:endParaRPr lang="en-US" altLang="ko-KR" sz="1200" b="1" dirty="0">
              <a:latin typeface="+mn-ea"/>
            </a:endParaRPr>
          </a:p>
          <a:p>
            <a:pPr algn="ctr"/>
            <a:r>
              <a:rPr lang="ko-KR" altLang="en-US" sz="1200" b="1" dirty="0">
                <a:latin typeface="+mn-ea"/>
              </a:rPr>
              <a:t>수면 시간 </a:t>
            </a:r>
            <a:r>
              <a:rPr lang="en-US" altLang="ko-KR" sz="1200" b="1" dirty="0">
                <a:latin typeface="+mn-ea"/>
              </a:rPr>
              <a:t>8</a:t>
            </a:r>
            <a:r>
              <a:rPr lang="ko-KR" altLang="en-US" sz="1200" b="1" dirty="0">
                <a:latin typeface="+mn-ea"/>
              </a:rPr>
              <a:t>시간 제외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A5E0F92-7063-3CD7-7C85-60F645CD342C}"/>
              </a:ext>
            </a:extLst>
          </p:cNvPr>
          <p:cNvSpPr/>
          <p:nvPr/>
        </p:nvSpPr>
        <p:spPr>
          <a:xfrm>
            <a:off x="2548376" y="966494"/>
            <a:ext cx="720000" cy="4320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latin typeface="+mn-ea"/>
              </a:rPr>
              <a:t>Time</a:t>
            </a:r>
            <a:endParaRPr lang="ko-KR" altLang="en-US" b="1" dirty="0">
              <a:latin typeface="+mn-ea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E4C12E0F-6060-6922-7CEA-746903BFC514}"/>
              </a:ext>
            </a:extLst>
          </p:cNvPr>
          <p:cNvSpPr/>
          <p:nvPr/>
        </p:nvSpPr>
        <p:spPr>
          <a:xfrm>
            <a:off x="2548379" y="536189"/>
            <a:ext cx="3960000" cy="4320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latin typeface="+mn-ea"/>
              </a:rPr>
              <a:t>③ Time Boxing (</a:t>
            </a:r>
            <a:r>
              <a:rPr lang="ko-KR" altLang="en-US" b="1" dirty="0">
                <a:latin typeface="+mn-ea"/>
              </a:rPr>
              <a:t>일자 </a:t>
            </a:r>
            <a:r>
              <a:rPr lang="en-US" altLang="ko-KR" b="1" dirty="0">
                <a:latin typeface="+mn-ea"/>
              </a:rPr>
              <a:t>: </a:t>
            </a:r>
            <a:r>
              <a:rPr lang="ko-KR" altLang="en-US" b="1" dirty="0">
                <a:latin typeface="+mn-ea"/>
              </a:rPr>
              <a:t>작성자</a:t>
            </a:r>
            <a:r>
              <a:rPr lang="en-US" altLang="ko-KR" b="1" dirty="0">
                <a:latin typeface="+mn-ea"/>
              </a:rPr>
              <a:t>)</a:t>
            </a:r>
            <a:endParaRPr lang="ko-KR" altLang="en-US" b="1" dirty="0">
              <a:latin typeface="+mn-ea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6B48C7E-9049-2983-DD13-5144F88DCF72}"/>
              </a:ext>
            </a:extLst>
          </p:cNvPr>
          <p:cNvSpPr/>
          <p:nvPr/>
        </p:nvSpPr>
        <p:spPr>
          <a:xfrm>
            <a:off x="2329622" y="8077198"/>
            <a:ext cx="4178754" cy="4320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altLang="ko-KR" b="1" dirty="0">
                <a:solidFill>
                  <a:schemeClr val="bg1">
                    <a:lumMod val="65000"/>
                  </a:schemeClr>
                </a:solidFill>
                <a:latin typeface="+mn-ea"/>
              </a:rPr>
              <a:t>(Title : Optional)</a:t>
            </a:r>
            <a:endParaRPr lang="ko-KR" altLang="en-US" b="1" dirty="0">
              <a:solidFill>
                <a:schemeClr val="bg1">
                  <a:lumMod val="65000"/>
                </a:schemeClr>
              </a:solidFill>
              <a:latin typeface="+mn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0117BE2-C66A-2F21-B9D4-9A4B23F94F38}"/>
              </a:ext>
            </a:extLst>
          </p:cNvPr>
          <p:cNvSpPr/>
          <p:nvPr/>
        </p:nvSpPr>
        <p:spPr>
          <a:xfrm>
            <a:off x="349623" y="537881"/>
            <a:ext cx="1980000" cy="430307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latin typeface="+mn-ea"/>
              </a:rPr>
              <a:t>① Brain</a:t>
            </a:r>
            <a:r>
              <a:rPr lang="ko-KR" altLang="en-US" b="1" dirty="0">
                <a:latin typeface="+mn-ea"/>
              </a:rPr>
              <a:t> </a:t>
            </a:r>
            <a:r>
              <a:rPr lang="en-US" altLang="ko-KR" b="1" dirty="0">
                <a:latin typeface="+mn-ea"/>
              </a:rPr>
              <a:t>Dump</a:t>
            </a:r>
            <a:endParaRPr lang="ko-KR" altLang="en-US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46490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5D48E598-AD55-4BE2-3587-B4DC74C7F759}"/>
              </a:ext>
            </a:extLst>
          </p:cNvPr>
          <p:cNvSpPr/>
          <p:nvPr/>
        </p:nvSpPr>
        <p:spPr>
          <a:xfrm>
            <a:off x="766482" y="1707776"/>
            <a:ext cx="5311589" cy="7879972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EFD6B39-51EB-9960-D109-F301A3C398A4}"/>
              </a:ext>
            </a:extLst>
          </p:cNvPr>
          <p:cNvSpPr txBox="1"/>
          <p:nvPr/>
        </p:nvSpPr>
        <p:spPr>
          <a:xfrm>
            <a:off x="1868320" y="0"/>
            <a:ext cx="31213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b="1" dirty="0"/>
              <a:t>화면 비율 </a:t>
            </a:r>
            <a:r>
              <a:rPr lang="en-US" altLang="ko-KR" b="1" dirty="0"/>
              <a:t>(100% = A4 </a:t>
            </a:r>
            <a:r>
              <a:rPr lang="ko-KR" altLang="en-US" b="1" dirty="0"/>
              <a:t>사이즈</a:t>
            </a:r>
            <a:r>
              <a:rPr lang="en-US" altLang="ko-KR" b="1" dirty="0"/>
              <a:t>)</a:t>
            </a:r>
            <a:endParaRPr lang="ko-KR" altLang="en-US" b="1" dirty="0"/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B49C19D6-350D-3B74-9ED7-98D18F1646E7}"/>
              </a:ext>
            </a:extLst>
          </p:cNvPr>
          <p:cNvCxnSpPr>
            <a:cxnSpLocks/>
          </p:cNvCxnSpPr>
          <p:nvPr/>
        </p:nvCxnSpPr>
        <p:spPr>
          <a:xfrm>
            <a:off x="766482" y="651719"/>
            <a:ext cx="5311589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8" name="그림 17">
            <a:extLst>
              <a:ext uri="{FF2B5EF4-FFF2-40B4-BE49-F238E27FC236}">
                <a16:creationId xmlns:a16="http://schemas.microsoft.com/office/drawing/2014/main" id="{C9D15668-3734-DDC8-B012-0A48832FD3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73" y="1812649"/>
            <a:ext cx="5102251" cy="7679196"/>
          </a:xfrm>
          <a:prstGeom prst="rect">
            <a:avLst/>
          </a:prstGeom>
        </p:spPr>
      </p:pic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15CA8422-B2C2-AA1F-5A9F-DBC83EB8F232}"/>
              </a:ext>
            </a:extLst>
          </p:cNvPr>
          <p:cNvCxnSpPr/>
          <p:nvPr/>
        </p:nvCxnSpPr>
        <p:spPr>
          <a:xfrm flipV="1">
            <a:off x="766482" y="369332"/>
            <a:ext cx="0" cy="133844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5CA79566-1EF8-027A-BDBA-D845AE566801}"/>
              </a:ext>
            </a:extLst>
          </p:cNvPr>
          <p:cNvCxnSpPr/>
          <p:nvPr/>
        </p:nvCxnSpPr>
        <p:spPr>
          <a:xfrm flipV="1">
            <a:off x="6078071" y="369332"/>
            <a:ext cx="0" cy="133844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EF944661-CC98-0F76-2683-2E9509567CCF}"/>
              </a:ext>
            </a:extLst>
          </p:cNvPr>
          <p:cNvSpPr txBox="1"/>
          <p:nvPr/>
        </p:nvSpPr>
        <p:spPr>
          <a:xfrm>
            <a:off x="3098621" y="651719"/>
            <a:ext cx="6607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 dirty="0"/>
              <a:t>100 %</a:t>
            </a:r>
            <a:endParaRPr lang="ko-KR" altLang="en-US" sz="1400" b="1" dirty="0"/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8659B7C6-00C3-E26B-D483-23C3417D671A}"/>
              </a:ext>
            </a:extLst>
          </p:cNvPr>
          <p:cNvCxnSpPr>
            <a:cxnSpLocks/>
          </p:cNvCxnSpPr>
          <p:nvPr/>
        </p:nvCxnSpPr>
        <p:spPr>
          <a:xfrm flipV="1">
            <a:off x="877873" y="778713"/>
            <a:ext cx="0" cy="10070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B9DC779A-7F6E-6C13-826A-479D3E420F89}"/>
              </a:ext>
            </a:extLst>
          </p:cNvPr>
          <p:cNvCxnSpPr>
            <a:cxnSpLocks/>
          </p:cNvCxnSpPr>
          <p:nvPr/>
        </p:nvCxnSpPr>
        <p:spPr>
          <a:xfrm flipV="1">
            <a:off x="5953230" y="932602"/>
            <a:ext cx="0" cy="85315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B720A49C-D4AD-3C87-4910-3A3FDD819E8E}"/>
              </a:ext>
            </a:extLst>
          </p:cNvPr>
          <p:cNvCxnSpPr/>
          <p:nvPr/>
        </p:nvCxnSpPr>
        <p:spPr>
          <a:xfrm flipV="1">
            <a:off x="2905546" y="932602"/>
            <a:ext cx="0" cy="85315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991143C8-E6A9-844B-8647-126D2922B0D7}"/>
              </a:ext>
            </a:extLst>
          </p:cNvPr>
          <p:cNvCxnSpPr/>
          <p:nvPr/>
        </p:nvCxnSpPr>
        <p:spPr>
          <a:xfrm flipV="1">
            <a:off x="3069532" y="932602"/>
            <a:ext cx="0" cy="85315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51E1518B-EE75-5BD2-5CCB-35F8B9207BD1}"/>
              </a:ext>
            </a:extLst>
          </p:cNvPr>
          <p:cNvCxnSpPr/>
          <p:nvPr/>
        </p:nvCxnSpPr>
        <p:spPr>
          <a:xfrm flipV="1">
            <a:off x="4512850" y="932602"/>
            <a:ext cx="0" cy="85315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CB1DE886-687B-A955-A804-627CDF7295A0}"/>
              </a:ext>
            </a:extLst>
          </p:cNvPr>
          <p:cNvCxnSpPr>
            <a:cxnSpLocks/>
          </p:cNvCxnSpPr>
          <p:nvPr/>
        </p:nvCxnSpPr>
        <p:spPr>
          <a:xfrm>
            <a:off x="877873" y="1409237"/>
            <a:ext cx="2027673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F8BA6CE2-BF5A-530E-27BC-CAB01B3F435E}"/>
              </a:ext>
            </a:extLst>
          </p:cNvPr>
          <p:cNvSpPr txBox="1"/>
          <p:nvPr/>
        </p:nvSpPr>
        <p:spPr>
          <a:xfrm>
            <a:off x="1603522" y="1101460"/>
            <a:ext cx="5645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 dirty="0"/>
              <a:t>35 %</a:t>
            </a:r>
            <a:endParaRPr lang="ko-KR" altLang="en-US" sz="1400" b="1" dirty="0"/>
          </a:p>
        </p:txBody>
      </p: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5A26BE84-0254-1B98-BD99-4263794C6DCC}"/>
              </a:ext>
            </a:extLst>
          </p:cNvPr>
          <p:cNvCxnSpPr>
            <a:cxnSpLocks/>
          </p:cNvCxnSpPr>
          <p:nvPr/>
        </p:nvCxnSpPr>
        <p:spPr>
          <a:xfrm>
            <a:off x="3098621" y="1411015"/>
            <a:ext cx="1414229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2FA313A4-8421-590F-44E7-BC3D1951BEA5}"/>
              </a:ext>
            </a:extLst>
          </p:cNvPr>
          <p:cNvSpPr txBox="1"/>
          <p:nvPr/>
        </p:nvSpPr>
        <p:spPr>
          <a:xfrm>
            <a:off x="3477090" y="1078295"/>
            <a:ext cx="5645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 dirty="0"/>
              <a:t>30 %</a:t>
            </a:r>
            <a:endParaRPr lang="ko-KR" altLang="en-US" sz="1400" b="1" dirty="0"/>
          </a:p>
        </p:txBody>
      </p: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B0612BC9-6982-7841-68CD-CD6632438EE1}"/>
              </a:ext>
            </a:extLst>
          </p:cNvPr>
          <p:cNvCxnSpPr>
            <a:cxnSpLocks/>
          </p:cNvCxnSpPr>
          <p:nvPr/>
        </p:nvCxnSpPr>
        <p:spPr>
          <a:xfrm>
            <a:off x="4536756" y="1411015"/>
            <a:ext cx="1414229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9AEC6B2C-5601-AAD4-6673-645841DC256A}"/>
              </a:ext>
            </a:extLst>
          </p:cNvPr>
          <p:cNvSpPr txBox="1"/>
          <p:nvPr/>
        </p:nvSpPr>
        <p:spPr>
          <a:xfrm>
            <a:off x="4915225" y="1078295"/>
            <a:ext cx="5645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 dirty="0"/>
              <a:t>30 %</a:t>
            </a:r>
            <a:endParaRPr lang="ko-KR" altLang="en-US" sz="1400" b="1" dirty="0"/>
          </a:p>
        </p:txBody>
      </p: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845B29B9-B313-D90C-9966-5F45B93E2121}"/>
              </a:ext>
            </a:extLst>
          </p:cNvPr>
          <p:cNvCxnSpPr/>
          <p:nvPr/>
        </p:nvCxnSpPr>
        <p:spPr>
          <a:xfrm>
            <a:off x="2635624" y="1101460"/>
            <a:ext cx="26992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FA6FB368-7DB4-2773-EA94-8AE7770FD39C}"/>
              </a:ext>
            </a:extLst>
          </p:cNvPr>
          <p:cNvCxnSpPr>
            <a:cxnSpLocks/>
          </p:cNvCxnSpPr>
          <p:nvPr/>
        </p:nvCxnSpPr>
        <p:spPr>
          <a:xfrm flipH="1">
            <a:off x="3069532" y="1104744"/>
            <a:ext cx="26992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95FD6D51-064F-11C9-BB86-CF4A1B5D3C6D}"/>
              </a:ext>
            </a:extLst>
          </p:cNvPr>
          <p:cNvSpPr txBox="1"/>
          <p:nvPr/>
        </p:nvSpPr>
        <p:spPr>
          <a:xfrm>
            <a:off x="2194210" y="937853"/>
            <a:ext cx="4683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 dirty="0"/>
              <a:t>1 %</a:t>
            </a:r>
            <a:endParaRPr lang="ko-KR" altLang="en-US" sz="1400" b="1" dirty="0"/>
          </a:p>
        </p:txBody>
      </p: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6EE0C69F-2D62-F0EE-B9F4-D5E51E479085}"/>
              </a:ext>
            </a:extLst>
          </p:cNvPr>
          <p:cNvCxnSpPr/>
          <p:nvPr/>
        </p:nvCxnSpPr>
        <p:spPr>
          <a:xfrm>
            <a:off x="487361" y="871886"/>
            <a:ext cx="26992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77677BC1-0C59-D4AA-1133-14C92A80D235}"/>
              </a:ext>
            </a:extLst>
          </p:cNvPr>
          <p:cNvCxnSpPr>
            <a:cxnSpLocks/>
          </p:cNvCxnSpPr>
          <p:nvPr/>
        </p:nvCxnSpPr>
        <p:spPr>
          <a:xfrm flipH="1">
            <a:off x="880928" y="875170"/>
            <a:ext cx="26992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D00DC0C0-DF1A-EE2B-FA40-57A582D92213}"/>
              </a:ext>
            </a:extLst>
          </p:cNvPr>
          <p:cNvSpPr txBox="1"/>
          <p:nvPr/>
        </p:nvSpPr>
        <p:spPr>
          <a:xfrm>
            <a:off x="19052" y="708279"/>
            <a:ext cx="4683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 dirty="0"/>
              <a:t>2 %</a:t>
            </a:r>
            <a:endParaRPr lang="ko-KR" altLang="en-US" sz="1400" b="1" dirty="0"/>
          </a:p>
        </p:txBody>
      </p: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5997A0C9-A2A8-5F01-ED3B-528914FFEC87}"/>
              </a:ext>
            </a:extLst>
          </p:cNvPr>
          <p:cNvCxnSpPr/>
          <p:nvPr/>
        </p:nvCxnSpPr>
        <p:spPr>
          <a:xfrm>
            <a:off x="5687018" y="1100485"/>
            <a:ext cx="26992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10ACB173-4003-309E-AABF-31C7F7717E2F}"/>
              </a:ext>
            </a:extLst>
          </p:cNvPr>
          <p:cNvCxnSpPr>
            <a:cxnSpLocks/>
          </p:cNvCxnSpPr>
          <p:nvPr/>
        </p:nvCxnSpPr>
        <p:spPr>
          <a:xfrm flipH="1">
            <a:off x="6080585" y="1103769"/>
            <a:ext cx="26992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7089B0F9-9AD7-991B-2854-4CFE18CEF7C1}"/>
              </a:ext>
            </a:extLst>
          </p:cNvPr>
          <p:cNvSpPr txBox="1"/>
          <p:nvPr/>
        </p:nvSpPr>
        <p:spPr>
          <a:xfrm>
            <a:off x="6353513" y="959496"/>
            <a:ext cx="4683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 dirty="0"/>
              <a:t>2 %</a:t>
            </a:r>
            <a:endParaRPr lang="ko-KR" altLang="en-US" sz="1400" b="1" dirty="0"/>
          </a:p>
        </p:txBody>
      </p: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35F80C1B-C0A6-A74A-531F-A60BAA07F697}"/>
              </a:ext>
            </a:extLst>
          </p:cNvPr>
          <p:cNvCxnSpPr/>
          <p:nvPr/>
        </p:nvCxnSpPr>
        <p:spPr>
          <a:xfrm flipH="1">
            <a:off x="94129" y="1707776"/>
            <a:ext cx="66315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73C6FE10-E6D2-F5A7-3AF6-1681574DE1AE}"/>
              </a:ext>
            </a:extLst>
          </p:cNvPr>
          <p:cNvCxnSpPr/>
          <p:nvPr/>
        </p:nvCxnSpPr>
        <p:spPr>
          <a:xfrm flipH="1">
            <a:off x="134471" y="9587748"/>
            <a:ext cx="62281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7D004DD3-BDF3-6220-C5E2-7B0E9A4198C9}"/>
              </a:ext>
            </a:extLst>
          </p:cNvPr>
          <p:cNvCxnSpPr/>
          <p:nvPr/>
        </p:nvCxnSpPr>
        <p:spPr>
          <a:xfrm>
            <a:off x="253252" y="1707776"/>
            <a:ext cx="0" cy="7879972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372D2A9D-F663-0044-A306-EEA5598164C3}"/>
              </a:ext>
            </a:extLst>
          </p:cNvPr>
          <p:cNvSpPr txBox="1"/>
          <p:nvPr/>
        </p:nvSpPr>
        <p:spPr>
          <a:xfrm rot="16200000">
            <a:off x="-186844" y="5493873"/>
            <a:ext cx="6607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 dirty="0"/>
              <a:t>100 %</a:t>
            </a:r>
            <a:endParaRPr lang="ko-KR" altLang="en-US" sz="1400" b="1" dirty="0"/>
          </a:p>
        </p:txBody>
      </p: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2366A2E4-9C77-C241-2610-1F706E701685}"/>
              </a:ext>
            </a:extLst>
          </p:cNvPr>
          <p:cNvCxnSpPr/>
          <p:nvPr/>
        </p:nvCxnSpPr>
        <p:spPr>
          <a:xfrm flipH="1">
            <a:off x="398812" y="1812649"/>
            <a:ext cx="45216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직선 연결선 67">
            <a:extLst>
              <a:ext uri="{FF2B5EF4-FFF2-40B4-BE49-F238E27FC236}">
                <a16:creationId xmlns:a16="http://schemas.microsoft.com/office/drawing/2014/main" id="{1AFFD46B-002B-FC4A-F566-78BD022D52F3}"/>
              </a:ext>
            </a:extLst>
          </p:cNvPr>
          <p:cNvCxnSpPr/>
          <p:nvPr/>
        </p:nvCxnSpPr>
        <p:spPr>
          <a:xfrm flipH="1">
            <a:off x="398812" y="9464951"/>
            <a:ext cx="45216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직선 화살표 연결선 69">
            <a:extLst>
              <a:ext uri="{FF2B5EF4-FFF2-40B4-BE49-F238E27FC236}">
                <a16:creationId xmlns:a16="http://schemas.microsoft.com/office/drawing/2014/main" id="{A1783BB9-E623-7B26-19F7-53AA8F19716C}"/>
              </a:ext>
            </a:extLst>
          </p:cNvPr>
          <p:cNvCxnSpPr>
            <a:cxnSpLocks/>
          </p:cNvCxnSpPr>
          <p:nvPr/>
        </p:nvCxnSpPr>
        <p:spPr>
          <a:xfrm>
            <a:off x="487361" y="1506071"/>
            <a:ext cx="0" cy="20170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2" name="직선 화살표 연결선 71">
            <a:extLst>
              <a:ext uri="{FF2B5EF4-FFF2-40B4-BE49-F238E27FC236}">
                <a16:creationId xmlns:a16="http://schemas.microsoft.com/office/drawing/2014/main" id="{9536ADEA-D3D9-5B15-41C4-FFC426413B42}"/>
              </a:ext>
            </a:extLst>
          </p:cNvPr>
          <p:cNvCxnSpPr>
            <a:cxnSpLocks/>
          </p:cNvCxnSpPr>
          <p:nvPr/>
        </p:nvCxnSpPr>
        <p:spPr>
          <a:xfrm flipV="1">
            <a:off x="487361" y="1812649"/>
            <a:ext cx="0" cy="2934163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FDFB8AE0-E19E-98DE-0D77-49F893B41BC9}"/>
              </a:ext>
            </a:extLst>
          </p:cNvPr>
          <p:cNvCxnSpPr>
            <a:cxnSpLocks/>
          </p:cNvCxnSpPr>
          <p:nvPr/>
        </p:nvCxnSpPr>
        <p:spPr>
          <a:xfrm>
            <a:off x="487361" y="9238129"/>
            <a:ext cx="0" cy="22682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4" name="직선 화살표 연결선 73">
            <a:extLst>
              <a:ext uri="{FF2B5EF4-FFF2-40B4-BE49-F238E27FC236}">
                <a16:creationId xmlns:a16="http://schemas.microsoft.com/office/drawing/2014/main" id="{A7F5CEC5-47E8-2C8E-667F-2C8E55163353}"/>
              </a:ext>
            </a:extLst>
          </p:cNvPr>
          <p:cNvCxnSpPr>
            <a:cxnSpLocks/>
          </p:cNvCxnSpPr>
          <p:nvPr/>
        </p:nvCxnSpPr>
        <p:spPr>
          <a:xfrm flipV="1">
            <a:off x="487361" y="9569824"/>
            <a:ext cx="0" cy="23130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EF6D4F1F-6696-72F8-F612-DE467E113EE9}"/>
              </a:ext>
            </a:extLst>
          </p:cNvPr>
          <p:cNvSpPr txBox="1"/>
          <p:nvPr/>
        </p:nvSpPr>
        <p:spPr>
          <a:xfrm rot="16200000">
            <a:off x="249804" y="8817928"/>
            <a:ext cx="4683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 dirty="0"/>
              <a:t>2 %</a:t>
            </a:r>
            <a:endParaRPr lang="ko-KR" altLang="en-US" sz="1400" b="1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1836C1F-CFB5-1E60-0BB0-4BF259D7DFB5}"/>
              </a:ext>
            </a:extLst>
          </p:cNvPr>
          <p:cNvSpPr txBox="1"/>
          <p:nvPr/>
        </p:nvSpPr>
        <p:spPr>
          <a:xfrm rot="16200000">
            <a:off x="240840" y="1130684"/>
            <a:ext cx="4683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 dirty="0"/>
              <a:t>2 %</a:t>
            </a:r>
            <a:endParaRPr lang="ko-KR" altLang="en-US" sz="1400" b="1" dirty="0"/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0B35231B-6F87-AFBF-5760-C39B5515EA0B}"/>
              </a:ext>
            </a:extLst>
          </p:cNvPr>
          <p:cNvCxnSpPr/>
          <p:nvPr/>
        </p:nvCxnSpPr>
        <p:spPr>
          <a:xfrm flipH="1">
            <a:off x="294256" y="4746812"/>
            <a:ext cx="55672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직선 연결선 84">
            <a:extLst>
              <a:ext uri="{FF2B5EF4-FFF2-40B4-BE49-F238E27FC236}">
                <a16:creationId xmlns:a16="http://schemas.microsoft.com/office/drawing/2014/main" id="{EE013B4B-D977-D809-9802-9736AD2AD485}"/>
              </a:ext>
            </a:extLst>
          </p:cNvPr>
          <p:cNvCxnSpPr/>
          <p:nvPr/>
        </p:nvCxnSpPr>
        <p:spPr>
          <a:xfrm flipH="1">
            <a:off x="289773" y="4867835"/>
            <a:ext cx="54775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직선 연결선 86">
            <a:extLst>
              <a:ext uri="{FF2B5EF4-FFF2-40B4-BE49-F238E27FC236}">
                <a16:creationId xmlns:a16="http://schemas.microsoft.com/office/drawing/2014/main" id="{BC8917C4-BD36-303E-3AE2-172C1DCF47B7}"/>
              </a:ext>
            </a:extLst>
          </p:cNvPr>
          <p:cNvCxnSpPr/>
          <p:nvPr/>
        </p:nvCxnSpPr>
        <p:spPr>
          <a:xfrm flipH="1">
            <a:off x="303220" y="6031929"/>
            <a:ext cx="54775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직선 연결선 90">
            <a:extLst>
              <a:ext uri="{FF2B5EF4-FFF2-40B4-BE49-F238E27FC236}">
                <a16:creationId xmlns:a16="http://schemas.microsoft.com/office/drawing/2014/main" id="{607818BE-1274-2D97-EEF9-C25B97EE5F5D}"/>
              </a:ext>
            </a:extLst>
          </p:cNvPr>
          <p:cNvCxnSpPr/>
          <p:nvPr/>
        </p:nvCxnSpPr>
        <p:spPr>
          <a:xfrm flipH="1">
            <a:off x="303220" y="6199100"/>
            <a:ext cx="53431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직선 연결선 94">
            <a:extLst>
              <a:ext uri="{FF2B5EF4-FFF2-40B4-BE49-F238E27FC236}">
                <a16:creationId xmlns:a16="http://schemas.microsoft.com/office/drawing/2014/main" id="{4F35F9C8-F9E2-6664-2E02-20BB51D8F7D0}"/>
              </a:ext>
            </a:extLst>
          </p:cNvPr>
          <p:cNvCxnSpPr/>
          <p:nvPr/>
        </p:nvCxnSpPr>
        <p:spPr>
          <a:xfrm>
            <a:off x="6020465" y="6185647"/>
            <a:ext cx="70306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직선 연결선 96">
            <a:extLst>
              <a:ext uri="{FF2B5EF4-FFF2-40B4-BE49-F238E27FC236}">
                <a16:creationId xmlns:a16="http://schemas.microsoft.com/office/drawing/2014/main" id="{66763D6B-63E2-FEF0-214A-14501EF8CAD3}"/>
              </a:ext>
            </a:extLst>
          </p:cNvPr>
          <p:cNvCxnSpPr/>
          <p:nvPr/>
        </p:nvCxnSpPr>
        <p:spPr>
          <a:xfrm>
            <a:off x="6020465" y="8350624"/>
            <a:ext cx="70306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직선 연결선 98">
            <a:extLst>
              <a:ext uri="{FF2B5EF4-FFF2-40B4-BE49-F238E27FC236}">
                <a16:creationId xmlns:a16="http://schemas.microsoft.com/office/drawing/2014/main" id="{484C5825-159F-8C29-1D79-65D617540DF6}"/>
              </a:ext>
            </a:extLst>
          </p:cNvPr>
          <p:cNvCxnSpPr>
            <a:cxnSpLocks/>
          </p:cNvCxnSpPr>
          <p:nvPr/>
        </p:nvCxnSpPr>
        <p:spPr>
          <a:xfrm>
            <a:off x="6020465" y="8431306"/>
            <a:ext cx="70306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1933441E-2F2E-3D5A-436F-C32E3185D1B6}"/>
              </a:ext>
            </a:extLst>
          </p:cNvPr>
          <p:cNvCxnSpPr/>
          <p:nvPr/>
        </p:nvCxnSpPr>
        <p:spPr>
          <a:xfrm>
            <a:off x="6020465" y="9464951"/>
            <a:ext cx="70306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직선 연결선 105">
            <a:extLst>
              <a:ext uri="{FF2B5EF4-FFF2-40B4-BE49-F238E27FC236}">
                <a16:creationId xmlns:a16="http://schemas.microsoft.com/office/drawing/2014/main" id="{EE4EC7DC-3960-FE86-ABAF-2FAC74008725}"/>
              </a:ext>
            </a:extLst>
          </p:cNvPr>
          <p:cNvCxnSpPr/>
          <p:nvPr/>
        </p:nvCxnSpPr>
        <p:spPr>
          <a:xfrm>
            <a:off x="6020465" y="6031929"/>
            <a:ext cx="70306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직선 연결선 107">
            <a:extLst>
              <a:ext uri="{FF2B5EF4-FFF2-40B4-BE49-F238E27FC236}">
                <a16:creationId xmlns:a16="http://schemas.microsoft.com/office/drawing/2014/main" id="{D592F7EB-D8A0-C918-0E31-2B832AD73ED5}"/>
              </a:ext>
            </a:extLst>
          </p:cNvPr>
          <p:cNvCxnSpPr/>
          <p:nvPr/>
        </p:nvCxnSpPr>
        <p:spPr>
          <a:xfrm>
            <a:off x="6020465" y="1812649"/>
            <a:ext cx="70306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직선 화살표 연결선 109">
            <a:extLst>
              <a:ext uri="{FF2B5EF4-FFF2-40B4-BE49-F238E27FC236}">
                <a16:creationId xmlns:a16="http://schemas.microsoft.com/office/drawing/2014/main" id="{14EE7F08-910C-880C-8D85-9B988714ECEA}"/>
              </a:ext>
            </a:extLst>
          </p:cNvPr>
          <p:cNvCxnSpPr>
            <a:cxnSpLocks/>
          </p:cNvCxnSpPr>
          <p:nvPr/>
        </p:nvCxnSpPr>
        <p:spPr>
          <a:xfrm flipV="1">
            <a:off x="480520" y="4867835"/>
            <a:ext cx="0" cy="1164094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2" name="직선 화살표 연결선 111">
            <a:extLst>
              <a:ext uri="{FF2B5EF4-FFF2-40B4-BE49-F238E27FC236}">
                <a16:creationId xmlns:a16="http://schemas.microsoft.com/office/drawing/2014/main" id="{BF0DED65-051B-EF67-D7E8-E1CBC783AEC9}"/>
              </a:ext>
            </a:extLst>
          </p:cNvPr>
          <p:cNvCxnSpPr>
            <a:cxnSpLocks/>
          </p:cNvCxnSpPr>
          <p:nvPr/>
        </p:nvCxnSpPr>
        <p:spPr>
          <a:xfrm flipV="1">
            <a:off x="488486" y="6212547"/>
            <a:ext cx="0" cy="23130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3" name="직선 화살표 연결선 112">
            <a:extLst>
              <a:ext uri="{FF2B5EF4-FFF2-40B4-BE49-F238E27FC236}">
                <a16:creationId xmlns:a16="http://schemas.microsoft.com/office/drawing/2014/main" id="{ED4BEB82-E7B1-F95F-E6FA-71B07F94B74A}"/>
              </a:ext>
            </a:extLst>
          </p:cNvPr>
          <p:cNvCxnSpPr>
            <a:cxnSpLocks/>
          </p:cNvCxnSpPr>
          <p:nvPr/>
        </p:nvCxnSpPr>
        <p:spPr>
          <a:xfrm flipV="1">
            <a:off x="646766" y="4881282"/>
            <a:ext cx="0" cy="23130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5" name="직선 화살표 연결선 114">
            <a:extLst>
              <a:ext uri="{FF2B5EF4-FFF2-40B4-BE49-F238E27FC236}">
                <a16:creationId xmlns:a16="http://schemas.microsoft.com/office/drawing/2014/main" id="{4AF6209F-8750-8BEC-9433-4C2941439DCB}"/>
              </a:ext>
            </a:extLst>
          </p:cNvPr>
          <p:cNvCxnSpPr>
            <a:cxnSpLocks/>
          </p:cNvCxnSpPr>
          <p:nvPr/>
        </p:nvCxnSpPr>
        <p:spPr>
          <a:xfrm>
            <a:off x="639761" y="4549586"/>
            <a:ext cx="0" cy="20170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6" name="직선 화살표 연결선 115">
            <a:extLst>
              <a:ext uri="{FF2B5EF4-FFF2-40B4-BE49-F238E27FC236}">
                <a16:creationId xmlns:a16="http://schemas.microsoft.com/office/drawing/2014/main" id="{760433BD-F7A9-993D-5739-EC2FE3E274B7}"/>
              </a:ext>
            </a:extLst>
          </p:cNvPr>
          <p:cNvCxnSpPr>
            <a:cxnSpLocks/>
          </p:cNvCxnSpPr>
          <p:nvPr/>
        </p:nvCxnSpPr>
        <p:spPr>
          <a:xfrm flipV="1">
            <a:off x="6587713" y="1812649"/>
            <a:ext cx="0" cy="421928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8" name="직선 화살표 연결선 117">
            <a:extLst>
              <a:ext uri="{FF2B5EF4-FFF2-40B4-BE49-F238E27FC236}">
                <a16:creationId xmlns:a16="http://schemas.microsoft.com/office/drawing/2014/main" id="{414D4CE7-A79E-5D9E-43E1-F438F2442B97}"/>
              </a:ext>
            </a:extLst>
          </p:cNvPr>
          <p:cNvCxnSpPr>
            <a:cxnSpLocks/>
          </p:cNvCxnSpPr>
          <p:nvPr/>
        </p:nvCxnSpPr>
        <p:spPr>
          <a:xfrm flipV="1">
            <a:off x="6587713" y="6185647"/>
            <a:ext cx="0" cy="2164977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0" name="직선 화살표 연결선 119">
            <a:extLst>
              <a:ext uri="{FF2B5EF4-FFF2-40B4-BE49-F238E27FC236}">
                <a16:creationId xmlns:a16="http://schemas.microsoft.com/office/drawing/2014/main" id="{A52A12FB-E82C-D381-BCD1-8AD2F4FA708F}"/>
              </a:ext>
            </a:extLst>
          </p:cNvPr>
          <p:cNvCxnSpPr>
            <a:cxnSpLocks/>
          </p:cNvCxnSpPr>
          <p:nvPr/>
        </p:nvCxnSpPr>
        <p:spPr>
          <a:xfrm flipV="1">
            <a:off x="6587713" y="8431306"/>
            <a:ext cx="0" cy="1033645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3" name="직선 화살표 연결선 122">
            <a:extLst>
              <a:ext uri="{FF2B5EF4-FFF2-40B4-BE49-F238E27FC236}">
                <a16:creationId xmlns:a16="http://schemas.microsoft.com/office/drawing/2014/main" id="{E5CF758E-5D08-1BF1-123E-0ABC81A099FE}"/>
              </a:ext>
            </a:extLst>
          </p:cNvPr>
          <p:cNvCxnSpPr>
            <a:cxnSpLocks/>
          </p:cNvCxnSpPr>
          <p:nvPr/>
        </p:nvCxnSpPr>
        <p:spPr>
          <a:xfrm>
            <a:off x="6305067" y="8115429"/>
            <a:ext cx="0" cy="22682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4" name="직선 화살표 연결선 123">
            <a:extLst>
              <a:ext uri="{FF2B5EF4-FFF2-40B4-BE49-F238E27FC236}">
                <a16:creationId xmlns:a16="http://schemas.microsoft.com/office/drawing/2014/main" id="{594BA3B9-9A8A-7C24-4F97-ACBE7133829F}"/>
              </a:ext>
            </a:extLst>
          </p:cNvPr>
          <p:cNvCxnSpPr>
            <a:cxnSpLocks/>
          </p:cNvCxnSpPr>
          <p:nvPr/>
        </p:nvCxnSpPr>
        <p:spPr>
          <a:xfrm flipV="1">
            <a:off x="6305067" y="8447124"/>
            <a:ext cx="0" cy="23130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5" name="직선 화살표 연결선 124">
            <a:extLst>
              <a:ext uri="{FF2B5EF4-FFF2-40B4-BE49-F238E27FC236}">
                <a16:creationId xmlns:a16="http://schemas.microsoft.com/office/drawing/2014/main" id="{16C2D99B-C716-D6AC-DAA5-89A2076975B8}"/>
              </a:ext>
            </a:extLst>
          </p:cNvPr>
          <p:cNvCxnSpPr>
            <a:cxnSpLocks/>
          </p:cNvCxnSpPr>
          <p:nvPr/>
        </p:nvCxnSpPr>
        <p:spPr>
          <a:xfrm>
            <a:off x="6307946" y="5813617"/>
            <a:ext cx="0" cy="22682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6" name="직선 화살표 연결선 125">
            <a:extLst>
              <a:ext uri="{FF2B5EF4-FFF2-40B4-BE49-F238E27FC236}">
                <a16:creationId xmlns:a16="http://schemas.microsoft.com/office/drawing/2014/main" id="{05D4CECA-DE90-2533-3780-6B00548B48B9}"/>
              </a:ext>
            </a:extLst>
          </p:cNvPr>
          <p:cNvCxnSpPr>
            <a:cxnSpLocks/>
          </p:cNvCxnSpPr>
          <p:nvPr/>
        </p:nvCxnSpPr>
        <p:spPr>
          <a:xfrm flipV="1">
            <a:off x="6307946" y="6199100"/>
            <a:ext cx="0" cy="23130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7" name="TextBox 126">
            <a:extLst>
              <a:ext uri="{FF2B5EF4-FFF2-40B4-BE49-F238E27FC236}">
                <a16:creationId xmlns:a16="http://schemas.microsoft.com/office/drawing/2014/main" id="{3CA89CAD-5B4B-D921-9130-6567368A25B6}"/>
              </a:ext>
            </a:extLst>
          </p:cNvPr>
          <p:cNvSpPr txBox="1"/>
          <p:nvPr/>
        </p:nvSpPr>
        <p:spPr>
          <a:xfrm rot="16200000">
            <a:off x="365261" y="3125842"/>
            <a:ext cx="5645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 dirty="0"/>
              <a:t>30 %</a:t>
            </a:r>
            <a:endParaRPr lang="ko-KR" altLang="en-US" sz="1400" b="1" dirty="0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09B80BEA-5B8B-14BC-4F28-B907D15D312A}"/>
              </a:ext>
            </a:extLst>
          </p:cNvPr>
          <p:cNvSpPr txBox="1"/>
          <p:nvPr/>
        </p:nvSpPr>
        <p:spPr>
          <a:xfrm rot="16200000">
            <a:off x="330304" y="5418369"/>
            <a:ext cx="5645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 dirty="0"/>
              <a:t>14 %</a:t>
            </a:r>
            <a:endParaRPr lang="ko-KR" altLang="en-US" sz="1400" b="1" dirty="0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894E8555-D453-6877-34F6-FF172522EDE4}"/>
              </a:ext>
            </a:extLst>
          </p:cNvPr>
          <p:cNvSpPr txBox="1"/>
          <p:nvPr/>
        </p:nvSpPr>
        <p:spPr>
          <a:xfrm rot="16200000">
            <a:off x="190037" y="6556532"/>
            <a:ext cx="6607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 dirty="0"/>
              <a:t>100 %</a:t>
            </a:r>
            <a:endParaRPr lang="ko-KR" altLang="en-US" sz="1400" b="1" dirty="0"/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1C742F89-908D-2114-6A29-43160843DD63}"/>
              </a:ext>
            </a:extLst>
          </p:cNvPr>
          <p:cNvSpPr txBox="1"/>
          <p:nvPr/>
        </p:nvSpPr>
        <p:spPr>
          <a:xfrm rot="16200000">
            <a:off x="422003" y="4160207"/>
            <a:ext cx="4683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 dirty="0"/>
              <a:t>1 %</a:t>
            </a:r>
            <a:endParaRPr lang="ko-KR" altLang="en-US" sz="1400" b="1" dirty="0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79758E24-90F4-5C4D-937A-5BCC84C01BF2}"/>
              </a:ext>
            </a:extLst>
          </p:cNvPr>
          <p:cNvSpPr txBox="1"/>
          <p:nvPr/>
        </p:nvSpPr>
        <p:spPr>
          <a:xfrm rot="16200000">
            <a:off x="6157837" y="3909361"/>
            <a:ext cx="5645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 dirty="0"/>
              <a:t>45 %</a:t>
            </a:r>
            <a:endParaRPr lang="ko-KR" altLang="en-US" sz="1400" b="1" dirty="0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191448B4-2406-28FB-9804-A4A3144AE81B}"/>
              </a:ext>
            </a:extLst>
          </p:cNvPr>
          <p:cNvSpPr txBox="1"/>
          <p:nvPr/>
        </p:nvSpPr>
        <p:spPr>
          <a:xfrm rot="16200000">
            <a:off x="6157837" y="6957713"/>
            <a:ext cx="5645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 dirty="0"/>
              <a:t>27 %</a:t>
            </a:r>
            <a:endParaRPr lang="ko-KR" altLang="en-US" sz="1400" b="1" dirty="0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9CDA84CA-5FBE-3EDF-4DC2-4E13D98543BD}"/>
              </a:ext>
            </a:extLst>
          </p:cNvPr>
          <p:cNvSpPr txBox="1"/>
          <p:nvPr/>
        </p:nvSpPr>
        <p:spPr>
          <a:xfrm rot="16200000">
            <a:off x="6158944" y="8913992"/>
            <a:ext cx="5645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 dirty="0"/>
              <a:t>22 %</a:t>
            </a:r>
            <a:endParaRPr lang="ko-KR" altLang="en-US" sz="1400" b="1" dirty="0"/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EBE564F4-D369-0088-F600-7D199266B3AB}"/>
              </a:ext>
            </a:extLst>
          </p:cNvPr>
          <p:cNvSpPr txBox="1"/>
          <p:nvPr/>
        </p:nvSpPr>
        <p:spPr>
          <a:xfrm rot="16200000">
            <a:off x="6059743" y="7678058"/>
            <a:ext cx="4683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 dirty="0"/>
              <a:t>1 %</a:t>
            </a:r>
            <a:endParaRPr lang="ko-KR" altLang="en-US" sz="1400" b="1" dirty="0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2D61D7EF-013B-6701-8BD4-2B6AD3C83E13}"/>
              </a:ext>
            </a:extLst>
          </p:cNvPr>
          <p:cNvSpPr txBox="1"/>
          <p:nvPr/>
        </p:nvSpPr>
        <p:spPr>
          <a:xfrm rot="16200000">
            <a:off x="6074194" y="5390275"/>
            <a:ext cx="4683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 dirty="0"/>
              <a:t>1 %</a:t>
            </a:r>
            <a:endParaRPr lang="ko-KR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9113136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085F1C1A-19CB-289B-E560-51BF0E02A7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127" y="1218679"/>
            <a:ext cx="5877745" cy="7468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5559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991B047-2028-470B-EE08-66041E50E1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09912"/>
            <a:ext cx="6858000" cy="368617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6C4FBA1-7C6D-0121-0093-29DF285F7374}"/>
              </a:ext>
            </a:extLst>
          </p:cNvPr>
          <p:cNvSpPr txBox="1"/>
          <p:nvPr/>
        </p:nvSpPr>
        <p:spPr>
          <a:xfrm>
            <a:off x="2851762" y="0"/>
            <a:ext cx="11544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b="1" dirty="0"/>
              <a:t>참고</a:t>
            </a:r>
            <a:r>
              <a:rPr lang="en-US" altLang="ko-KR" b="1" dirty="0"/>
              <a:t> </a:t>
            </a:r>
            <a:r>
              <a:rPr lang="ko-KR" altLang="en-US" b="1" dirty="0"/>
              <a:t>자료</a:t>
            </a:r>
          </a:p>
        </p:txBody>
      </p:sp>
    </p:spTree>
    <p:extLst>
      <p:ext uri="{BB962C8B-B14F-4D97-AF65-F5344CB8AC3E}">
        <p14:creationId xmlns:p14="http://schemas.microsoft.com/office/powerpoint/2010/main" val="19275840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0B3FB6B-8DC5-46AC-C611-DA429BDF2B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9332"/>
            <a:ext cx="4258277" cy="228882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A69C747-AF9A-3DBD-3756-C9B5DB32A45D}"/>
              </a:ext>
            </a:extLst>
          </p:cNvPr>
          <p:cNvSpPr txBox="1"/>
          <p:nvPr/>
        </p:nvSpPr>
        <p:spPr>
          <a:xfrm>
            <a:off x="2632313" y="0"/>
            <a:ext cx="1593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dirty="0"/>
              <a:t>Brain</a:t>
            </a:r>
            <a:r>
              <a:rPr lang="ko-KR" altLang="en-US" b="1" dirty="0"/>
              <a:t> </a:t>
            </a:r>
            <a:r>
              <a:rPr lang="en-US" altLang="ko-KR" b="1" dirty="0"/>
              <a:t>Booster</a:t>
            </a:r>
            <a:endParaRPr lang="ko-KR" altLang="en-US" b="1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16E2632-638D-D5FA-A017-C27D76EBB8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9723" y="2088960"/>
            <a:ext cx="4258277" cy="2288824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CA712A04-D3CB-0000-1936-EAE9D1A80F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231914"/>
            <a:ext cx="4258277" cy="228882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F6E6C646-081F-7558-5D8A-2DEA41E5A9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99722" y="5951542"/>
            <a:ext cx="4258277" cy="2288824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A9383F2C-33AD-BA62-782B-828AF840544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" y="7617176"/>
            <a:ext cx="4258277" cy="2288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60829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2007 - 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1955</TotalTime>
  <Words>350</Words>
  <Application>Microsoft Office PowerPoint</Application>
  <PresentationFormat>A4 용지(210x297mm)</PresentationFormat>
  <Paragraphs>84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Wingdings</vt:lpstr>
      <vt:lpstr>Office 테마</vt:lpstr>
      <vt:lpstr>[역량강화 시리즈] 업무 및 성과 관리 ①  Time Boxing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이정석</dc:creator>
  <cp:lastModifiedBy>이정석</cp:lastModifiedBy>
  <cp:revision>3</cp:revision>
  <dcterms:created xsi:type="dcterms:W3CDTF">2026-03-18T23:48:23Z</dcterms:created>
  <dcterms:modified xsi:type="dcterms:W3CDTF">2026-04-10T08:35:13Z</dcterms:modified>
</cp:coreProperties>
</file>